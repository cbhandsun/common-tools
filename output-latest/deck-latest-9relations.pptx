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IdPresentation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"/>
  </p:sldMasterIdLst>
  <p:sldIdLst>
    <p:sldId xmlns:r="http://schemas.openxmlformats.org/officeDocument/2006/relationships" id="256" r:id="rIdSlide256"/>
  </p:sldIdLst>
  <p:sldSz cx="12192000" cy="16256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" /><Relationship Type="http://schemas.openxmlformats.org/officeDocument/2006/relationships/theme" Target="/ppt/theme/theme1.xml" Id="rIdTheme" /><Relationship Type="http://schemas.openxmlformats.org/officeDocument/2006/relationships/slide" Target="/ppt/slides/slide1.xml" Id="rIdSlide25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Theme" /><Relationship Type="http://schemas.openxmlformats.org/officeDocument/2006/relationships/slideLayout" Target="/ppt/slideLayouts/slideLayout1.xml" Id="rIdLayout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 /><Relationship Type="http://schemas.openxmlformats.org/officeDocument/2006/relationships/image" Target="/ppt/media/image.png" Id="rIdImage327" /><Relationship Type="http://schemas.openxmlformats.org/officeDocument/2006/relationships/image" Target="/ppt/media/image2.png" Id="rIdImage328" /><Relationship Type="http://schemas.openxmlformats.org/officeDocument/2006/relationships/image" Target="/ppt/media/image3.png" Id="rIdImage329" /><Relationship Type="http://schemas.openxmlformats.org/officeDocument/2006/relationships/image" Target="/ppt/media/image4.png" Id="rIdImage330" /><Relationship Type="http://schemas.openxmlformats.org/officeDocument/2006/relationships/image" Target="/ppt/media/image5.png" Id="rIdImage331" /><Relationship Type="http://schemas.openxmlformats.org/officeDocument/2006/relationships/image" Target="/ppt/media/image6.png" Id="rIdImage332" /><Relationship Type="http://schemas.openxmlformats.org/officeDocument/2006/relationships/image" Target="/ppt/media/image7.png" Id="rIdImage333" /><Relationship Type="http://schemas.openxmlformats.org/officeDocument/2006/relationships/image" Target="/ppt/media/image8.png" Id="rIdImage334" /><Relationship Type="http://schemas.openxmlformats.org/officeDocument/2006/relationships/image" Target="/ppt/media/image9.png" Id="rIdImage335" /><Relationship Type="http://schemas.openxmlformats.org/officeDocument/2006/relationships/image" Target="/ppt/media/image10.png" Id="rIdImage336" /><Relationship Type="http://schemas.openxmlformats.org/officeDocument/2006/relationships/image" Target="/ppt/media/image11.png" Id="rIdImage337" /><Relationship Type="http://schemas.openxmlformats.org/officeDocument/2006/relationships/image" Target="/ppt/media/image12.png" Id="rIdImage338" /><Relationship Type="http://schemas.openxmlformats.org/officeDocument/2006/relationships/image" Target="/ppt/media/image13.png" Id="rIdImage339" /><Relationship Type="http://schemas.openxmlformats.org/officeDocument/2006/relationships/image" Target="/ppt/media/image14.png" Id="rIdImage340" /><Relationship Type="http://schemas.openxmlformats.org/officeDocument/2006/relationships/image" Target="/ppt/media/image15.png" Id="rIdImage341" /><Relationship Type="http://schemas.openxmlformats.org/officeDocument/2006/relationships/image" Target="/ppt/media/image16.png" Id="rIdImage342" /><Relationship Type="http://schemas.openxmlformats.org/officeDocument/2006/relationships/image" Target="/ppt/media/image17.png" Id="rIdImage343" /><Relationship Type="http://schemas.openxmlformats.org/officeDocument/2006/relationships/image" Target="/ppt/media/image18.png" Id="rIdImage34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256000"/>
          </a:xfrm>
          <a:prstGeom xmlns:a="http://schemas.openxmlformats.org/drawingml/2006/main" prst="rect"/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grpSp>
        <p:nvGrpSpPr>
          <p:cNvPr id="3" name="scene-unit-region-n2"/>
          <p:cNvGrpSpPr/>
          <p:nvPr/>
        </p:nvGrpSpPr>
        <p:grpSpPr>
          <a:xfrm xmlns:a="http://schemas.openxmlformats.org/drawingml/2006/main">
            <a:off x="447791" y="2693095"/>
            <a:ext cx="11318871" cy="1316043"/>
            <a:chOff x="447791" y="2693095"/>
            <a:chExt cx="11318871" cy="1316043"/>
          </a:xfrm>
        </p:grpSpPr>
        <p:sp>
          <p:nvSpPr>
            <p:cNvPr id="4" name="scene-container-region-n2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49061" y="2694365"/>
              <a:ext cx="11316331" cy="1313503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7457" y="0"/>
                  </a:moveTo>
                  <a:lnTo>
                    <a:pt x="21257" y="185"/>
                  </a:lnTo>
                  <a:lnTo>
                    <a:pt x="21514" y="1108"/>
                  </a:lnTo>
                  <a:lnTo>
                    <a:pt x="21600" y="2585"/>
                  </a:lnTo>
                  <a:lnTo>
                    <a:pt x="21600" y="19200"/>
                  </a:lnTo>
                  <a:lnTo>
                    <a:pt x="21407" y="21046"/>
                  </a:lnTo>
                  <a:lnTo>
                    <a:pt x="20979" y="21415"/>
                  </a:lnTo>
                  <a:lnTo>
                    <a:pt x="19607" y="21415"/>
                  </a:lnTo>
                  <a:lnTo>
                    <a:pt x="18364" y="21415"/>
                  </a:lnTo>
                  <a:lnTo>
                    <a:pt x="321" y="21231"/>
                  </a:lnTo>
                  <a:lnTo>
                    <a:pt x="321" y="20862"/>
                  </a:lnTo>
                  <a:lnTo>
                    <a:pt x="171" y="20492"/>
                  </a:lnTo>
                  <a:lnTo>
                    <a:pt x="21" y="18831"/>
                  </a:lnTo>
                  <a:lnTo>
                    <a:pt x="21" y="2585"/>
                  </a:lnTo>
                  <a:lnTo>
                    <a:pt x="193" y="554"/>
                  </a:lnTo>
                  <a:lnTo>
                    <a:pt x="343" y="185"/>
                  </a:lnTo>
                  <a:close/>
                </a:path>
              </a:pathLst>
            </a:custGeom>
            <a:solidFill xmlns:a="http://schemas.openxmlformats.org/drawingml/2006/main">
              <a:srgbClr val="FDF8F4"/>
            </a:solidFill>
            <a:ln xmlns:a="http://schemas.openxmlformats.org/drawingml/2006/main">
              <a:noFill/>
            </a:ln>
          </p:spPr>
        </p:sp>
        <p:sp>
          <p:nvSpPr>
            <p:cNvPr id="5" name="scene-outline-region-n2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49061" y="2694365"/>
              <a:ext cx="11316331" cy="1313503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7457" y="0"/>
                  </a:moveTo>
                  <a:lnTo>
                    <a:pt x="21257" y="185"/>
                  </a:lnTo>
                  <a:lnTo>
                    <a:pt x="21514" y="1108"/>
                  </a:lnTo>
                  <a:lnTo>
                    <a:pt x="21600" y="2585"/>
                  </a:lnTo>
                  <a:lnTo>
                    <a:pt x="21600" y="19200"/>
                  </a:lnTo>
                  <a:lnTo>
                    <a:pt x="21407" y="21046"/>
                  </a:lnTo>
                  <a:lnTo>
                    <a:pt x="20979" y="21415"/>
                  </a:lnTo>
                  <a:lnTo>
                    <a:pt x="19607" y="21415"/>
                  </a:lnTo>
                  <a:lnTo>
                    <a:pt x="18364" y="21415"/>
                  </a:lnTo>
                  <a:lnTo>
                    <a:pt x="321" y="21231"/>
                  </a:lnTo>
                  <a:lnTo>
                    <a:pt x="321" y="20862"/>
                  </a:lnTo>
                  <a:lnTo>
                    <a:pt x="171" y="20492"/>
                  </a:lnTo>
                  <a:lnTo>
                    <a:pt x="21" y="18831"/>
                  </a:lnTo>
                  <a:lnTo>
                    <a:pt x="21" y="2585"/>
                  </a:lnTo>
                  <a:lnTo>
                    <a:pt x="193" y="554"/>
                  </a:lnTo>
                  <a:lnTo>
                    <a:pt x="343" y="185"/>
                  </a:lnTo>
                  <a:close/>
                  <a:moveTo>
                    <a:pt x="3214" y="1108"/>
                  </a:moveTo>
                  <a:lnTo>
                    <a:pt x="257" y="1292"/>
                  </a:lnTo>
                  <a:lnTo>
                    <a:pt x="107" y="2954"/>
                  </a:lnTo>
                  <a:lnTo>
                    <a:pt x="129" y="18462"/>
                  </a:lnTo>
                  <a:lnTo>
                    <a:pt x="257" y="19938"/>
                  </a:lnTo>
                  <a:lnTo>
                    <a:pt x="21343" y="19938"/>
                  </a:lnTo>
                  <a:lnTo>
                    <a:pt x="21493" y="18831"/>
                  </a:lnTo>
                  <a:lnTo>
                    <a:pt x="21514" y="17354"/>
                  </a:lnTo>
                  <a:lnTo>
                    <a:pt x="21514" y="2585"/>
                  </a:lnTo>
                  <a:lnTo>
                    <a:pt x="21321" y="1108"/>
                  </a:lnTo>
                  <a:close/>
                </a:path>
              </a:pathLst>
            </a:custGeom>
            <a:solidFill xmlns:a="http://schemas.openxmlformats.org/drawingml/2006/main">
              <a:srgbClr val="FDE9D0"/>
            </a:solidFill>
            <a:ln xmlns:a="http://schemas.openxmlformats.org/drawingml/2006/main">
              <a:noFill/>
            </a:ln>
          </p:spPr>
        </p:sp>
        <p:sp>
          <p:nvSpPr>
            <p:cNvPr id="6" name="scene-outline-region-n2-paint-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49061" y="2694365"/>
              <a:ext cx="11316331" cy="1313503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18364" y="369"/>
                  </a:moveTo>
                  <a:lnTo>
                    <a:pt x="18364" y="554"/>
                  </a:lnTo>
                  <a:lnTo>
                    <a:pt x="21343" y="554"/>
                  </a:lnTo>
                  <a:lnTo>
                    <a:pt x="21386" y="923"/>
                  </a:lnTo>
                  <a:lnTo>
                    <a:pt x="21450" y="1108"/>
                  </a:lnTo>
                  <a:lnTo>
                    <a:pt x="21536" y="1846"/>
                  </a:lnTo>
                  <a:lnTo>
                    <a:pt x="21557" y="2769"/>
                  </a:lnTo>
                  <a:lnTo>
                    <a:pt x="21579" y="2769"/>
                  </a:lnTo>
                  <a:lnTo>
                    <a:pt x="21579" y="18462"/>
                  </a:lnTo>
                  <a:lnTo>
                    <a:pt x="21557" y="18462"/>
                  </a:lnTo>
                  <a:lnTo>
                    <a:pt x="21557" y="19200"/>
                  </a:lnTo>
                  <a:lnTo>
                    <a:pt x="21429" y="20308"/>
                  </a:lnTo>
                  <a:lnTo>
                    <a:pt x="21343" y="20492"/>
                  </a:lnTo>
                  <a:lnTo>
                    <a:pt x="21343" y="20677"/>
                  </a:lnTo>
                  <a:lnTo>
                    <a:pt x="279" y="20677"/>
                  </a:lnTo>
                  <a:lnTo>
                    <a:pt x="236" y="20308"/>
                  </a:lnTo>
                  <a:lnTo>
                    <a:pt x="150" y="20123"/>
                  </a:lnTo>
                  <a:lnTo>
                    <a:pt x="129" y="19569"/>
                  </a:lnTo>
                  <a:lnTo>
                    <a:pt x="64" y="19200"/>
                  </a:lnTo>
                  <a:lnTo>
                    <a:pt x="64" y="18646"/>
                  </a:lnTo>
                  <a:lnTo>
                    <a:pt x="43" y="18646"/>
                  </a:lnTo>
                  <a:lnTo>
                    <a:pt x="43" y="2769"/>
                  </a:lnTo>
                  <a:lnTo>
                    <a:pt x="64" y="2769"/>
                  </a:lnTo>
                  <a:lnTo>
                    <a:pt x="86" y="1846"/>
                  </a:lnTo>
                  <a:lnTo>
                    <a:pt x="214" y="738"/>
                  </a:lnTo>
                  <a:lnTo>
                    <a:pt x="471" y="554"/>
                  </a:lnTo>
                  <a:lnTo>
                    <a:pt x="471" y="369"/>
                  </a:lnTo>
                  <a:close/>
                  <a:moveTo>
                    <a:pt x="7414" y="738"/>
                  </a:moveTo>
                  <a:lnTo>
                    <a:pt x="7414" y="923"/>
                  </a:lnTo>
                  <a:lnTo>
                    <a:pt x="300" y="923"/>
                  </a:lnTo>
                  <a:lnTo>
                    <a:pt x="300" y="1108"/>
                  </a:lnTo>
                  <a:lnTo>
                    <a:pt x="193" y="1292"/>
                  </a:lnTo>
                  <a:lnTo>
                    <a:pt x="129" y="1846"/>
                  </a:lnTo>
                  <a:lnTo>
                    <a:pt x="107" y="2769"/>
                  </a:lnTo>
                  <a:lnTo>
                    <a:pt x="86" y="2769"/>
                  </a:lnTo>
                  <a:lnTo>
                    <a:pt x="86" y="18646"/>
                  </a:lnTo>
                  <a:lnTo>
                    <a:pt x="150" y="19200"/>
                  </a:lnTo>
                  <a:lnTo>
                    <a:pt x="171" y="19754"/>
                  </a:lnTo>
                  <a:lnTo>
                    <a:pt x="279" y="20123"/>
                  </a:lnTo>
                  <a:lnTo>
                    <a:pt x="279" y="20308"/>
                  </a:lnTo>
                  <a:lnTo>
                    <a:pt x="21343" y="20308"/>
                  </a:lnTo>
                  <a:lnTo>
                    <a:pt x="21386" y="19938"/>
                  </a:lnTo>
                  <a:lnTo>
                    <a:pt x="21450" y="19754"/>
                  </a:lnTo>
                  <a:lnTo>
                    <a:pt x="21493" y="19015"/>
                  </a:lnTo>
                  <a:lnTo>
                    <a:pt x="21514" y="19015"/>
                  </a:lnTo>
                  <a:lnTo>
                    <a:pt x="21514" y="18092"/>
                  </a:lnTo>
                  <a:lnTo>
                    <a:pt x="21536" y="18092"/>
                  </a:lnTo>
                  <a:lnTo>
                    <a:pt x="21536" y="2769"/>
                  </a:lnTo>
                  <a:lnTo>
                    <a:pt x="21514" y="2769"/>
                  </a:lnTo>
                  <a:lnTo>
                    <a:pt x="21493" y="2031"/>
                  </a:lnTo>
                  <a:lnTo>
                    <a:pt x="21386" y="1108"/>
                  </a:lnTo>
                  <a:lnTo>
                    <a:pt x="21321" y="1108"/>
                  </a:lnTo>
                  <a:lnTo>
                    <a:pt x="21321" y="923"/>
                  </a:lnTo>
                  <a:lnTo>
                    <a:pt x="10757" y="923"/>
                  </a:lnTo>
                  <a:lnTo>
                    <a:pt x="10757" y="738"/>
                  </a:lnTo>
                  <a:lnTo>
                    <a:pt x="10586" y="923"/>
                  </a:lnTo>
                  <a:lnTo>
                    <a:pt x="10586" y="738"/>
                  </a:lnTo>
                  <a:lnTo>
                    <a:pt x="10414" y="923"/>
                  </a:lnTo>
                  <a:lnTo>
                    <a:pt x="10414" y="738"/>
                  </a:lnTo>
                  <a:lnTo>
                    <a:pt x="10243" y="923"/>
                  </a:lnTo>
                  <a:lnTo>
                    <a:pt x="10243" y="738"/>
                  </a:lnTo>
                  <a:lnTo>
                    <a:pt x="10071" y="923"/>
                  </a:lnTo>
                  <a:lnTo>
                    <a:pt x="10071" y="738"/>
                  </a:lnTo>
                  <a:lnTo>
                    <a:pt x="9900" y="923"/>
                  </a:lnTo>
                  <a:lnTo>
                    <a:pt x="9900" y="738"/>
                  </a:lnTo>
                  <a:lnTo>
                    <a:pt x="9857" y="738"/>
                  </a:lnTo>
                  <a:lnTo>
                    <a:pt x="9857" y="923"/>
                  </a:lnTo>
                  <a:close/>
                </a:path>
              </a:pathLst>
            </a:custGeom>
            <a:solidFill xmlns:a="http://schemas.openxmlformats.org/drawingml/2006/main">
              <a:srgbClr val="CC9B6E"/>
            </a:solidFill>
            <a:ln xmlns:a="http://schemas.openxmlformats.org/drawingml/2006/main">
              <a:noFill/>
            </a:ln>
          </p:spPr>
        </p:sp>
        <p:sp>
          <p:nvSpPr>
            <p:cNvPr id="7" name="p0-ocr-007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46343" y="2975028"/>
              <a:ext cx="8913856" cy="752177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4105" b="1">
                  <a:solidFill>
                    <a:srgbClr val="602413"/>
                  </a:solidFill>
                  <a:latin typeface="Microsoft YaHei"/>
                  <a:ea typeface="Microsoft YaHei"/>
                  <a:cs typeface="Microsoft YaHei"/>
                </a:rPr>
                <a:t>多 Agent 默认化后，控制面开始补齐</a:t>
              </a:r>
            </a:p>
          </p:txBody>
        </p:sp>
      </p:grpSp>
      <p:grpSp>
        <p:nvGrpSpPr>
          <p:cNvPr id="8" name="scene-unit-region-n9"/>
          <p:cNvGrpSpPr/>
          <p:nvPr/>
        </p:nvGrpSpPr>
        <p:grpSpPr>
          <a:xfrm xmlns:a="http://schemas.openxmlformats.org/drawingml/2006/main">
            <a:off x="268166" y="11730443"/>
            <a:ext cx="3864463" cy="3595026"/>
            <a:chOff x="268166" y="11730443"/>
            <a:chExt cx="3864463" cy="3595026"/>
          </a:xfrm>
        </p:grpSpPr>
        <p:sp>
          <p:nvSpPr>
            <p:cNvPr id="9" name="scene-container-region-n9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269436" y="11731713"/>
              <a:ext cx="3861923" cy="3592486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691" y="0"/>
                  </a:moveTo>
                  <a:lnTo>
                    <a:pt x="21223" y="68"/>
                  </a:lnTo>
                  <a:lnTo>
                    <a:pt x="21600" y="540"/>
                  </a:lnTo>
                  <a:lnTo>
                    <a:pt x="21537" y="21060"/>
                  </a:lnTo>
                  <a:lnTo>
                    <a:pt x="21474" y="21330"/>
                  </a:lnTo>
                  <a:lnTo>
                    <a:pt x="21098" y="21600"/>
                  </a:lnTo>
                  <a:lnTo>
                    <a:pt x="377" y="21532"/>
                  </a:lnTo>
                  <a:lnTo>
                    <a:pt x="0" y="21060"/>
                  </a:lnTo>
                  <a:lnTo>
                    <a:pt x="63" y="338"/>
                  </a:lnTo>
                  <a:close/>
                </a:path>
              </a:pathLst>
            </a:custGeom>
            <a:solidFill xmlns:a="http://schemas.openxmlformats.org/drawingml/2006/main">
              <a:srgbClr val="FDFCFC"/>
            </a:solidFill>
            <a:ln xmlns:a="http://schemas.openxmlformats.org/drawingml/2006/main">
              <a:noFill/>
            </a:ln>
          </p:spPr>
        </p:sp>
        <p:sp>
          <p:nvSpPr>
            <p:cNvPr id="10" name="scene-outline-region-n9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269436" y="11731713"/>
              <a:ext cx="3861923" cy="3592486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691" y="0"/>
                  </a:moveTo>
                  <a:lnTo>
                    <a:pt x="21223" y="68"/>
                  </a:lnTo>
                  <a:lnTo>
                    <a:pt x="21600" y="540"/>
                  </a:lnTo>
                  <a:lnTo>
                    <a:pt x="21537" y="21060"/>
                  </a:lnTo>
                  <a:lnTo>
                    <a:pt x="21474" y="21330"/>
                  </a:lnTo>
                  <a:lnTo>
                    <a:pt x="21098" y="21600"/>
                  </a:lnTo>
                  <a:lnTo>
                    <a:pt x="377" y="21532"/>
                  </a:lnTo>
                  <a:lnTo>
                    <a:pt x="0" y="21060"/>
                  </a:lnTo>
                  <a:lnTo>
                    <a:pt x="63" y="338"/>
                  </a:lnTo>
                  <a:close/>
                  <a:moveTo>
                    <a:pt x="691" y="338"/>
                  </a:moveTo>
                  <a:lnTo>
                    <a:pt x="377" y="540"/>
                  </a:lnTo>
                  <a:lnTo>
                    <a:pt x="377" y="1148"/>
                  </a:lnTo>
                  <a:lnTo>
                    <a:pt x="251" y="878"/>
                  </a:lnTo>
                  <a:lnTo>
                    <a:pt x="251" y="20992"/>
                  </a:lnTo>
                  <a:lnTo>
                    <a:pt x="502" y="21262"/>
                  </a:lnTo>
                  <a:lnTo>
                    <a:pt x="21223" y="21262"/>
                  </a:lnTo>
                  <a:lnTo>
                    <a:pt x="21349" y="21128"/>
                  </a:lnTo>
                  <a:lnTo>
                    <a:pt x="21223" y="2970"/>
                  </a:lnTo>
                  <a:lnTo>
                    <a:pt x="21286" y="3038"/>
                  </a:lnTo>
                  <a:lnTo>
                    <a:pt x="21286" y="540"/>
                  </a:lnTo>
                  <a:lnTo>
                    <a:pt x="21098" y="338"/>
                  </a:lnTo>
                  <a:lnTo>
                    <a:pt x="21035" y="540"/>
                  </a:lnTo>
                  <a:lnTo>
                    <a:pt x="20595" y="540"/>
                  </a:lnTo>
                  <a:lnTo>
                    <a:pt x="20470" y="338"/>
                  </a:lnTo>
                  <a:lnTo>
                    <a:pt x="20595" y="270"/>
                  </a:lnTo>
                  <a:lnTo>
                    <a:pt x="8414" y="338"/>
                  </a:lnTo>
                  <a:lnTo>
                    <a:pt x="8540" y="405"/>
                  </a:lnTo>
                  <a:close/>
                  <a:moveTo>
                    <a:pt x="3642" y="270"/>
                  </a:moveTo>
                  <a:lnTo>
                    <a:pt x="3642" y="338"/>
                  </a:lnTo>
                  <a:lnTo>
                    <a:pt x="3767" y="338"/>
                  </a:lnTo>
                  <a:lnTo>
                    <a:pt x="3767" y="270"/>
                  </a:lnTo>
                  <a:close/>
                  <a:moveTo>
                    <a:pt x="3893" y="270"/>
                  </a:moveTo>
                  <a:lnTo>
                    <a:pt x="3893" y="338"/>
                  </a:lnTo>
                  <a:lnTo>
                    <a:pt x="4019" y="338"/>
                  </a:lnTo>
                  <a:lnTo>
                    <a:pt x="4019" y="270"/>
                  </a:lnTo>
                  <a:close/>
                  <a:moveTo>
                    <a:pt x="4144" y="270"/>
                  </a:moveTo>
                  <a:lnTo>
                    <a:pt x="4144" y="338"/>
                  </a:lnTo>
                  <a:lnTo>
                    <a:pt x="4270" y="338"/>
                  </a:lnTo>
                  <a:lnTo>
                    <a:pt x="4270" y="270"/>
                  </a:lnTo>
                  <a:close/>
                  <a:moveTo>
                    <a:pt x="4395" y="270"/>
                  </a:moveTo>
                  <a:lnTo>
                    <a:pt x="4395" y="338"/>
                  </a:lnTo>
                  <a:lnTo>
                    <a:pt x="4521" y="338"/>
                  </a:lnTo>
                  <a:lnTo>
                    <a:pt x="4521" y="270"/>
                  </a:lnTo>
                  <a:close/>
                  <a:moveTo>
                    <a:pt x="4647" y="270"/>
                  </a:moveTo>
                  <a:lnTo>
                    <a:pt x="4647" y="338"/>
                  </a:lnTo>
                  <a:lnTo>
                    <a:pt x="4772" y="338"/>
                  </a:lnTo>
                  <a:lnTo>
                    <a:pt x="4772" y="270"/>
                  </a:lnTo>
                  <a:close/>
                  <a:moveTo>
                    <a:pt x="4898" y="270"/>
                  </a:moveTo>
                  <a:lnTo>
                    <a:pt x="4898" y="338"/>
                  </a:lnTo>
                  <a:lnTo>
                    <a:pt x="5023" y="338"/>
                  </a:lnTo>
                  <a:lnTo>
                    <a:pt x="5023" y="270"/>
                  </a:lnTo>
                  <a:close/>
                  <a:moveTo>
                    <a:pt x="5149" y="270"/>
                  </a:moveTo>
                  <a:lnTo>
                    <a:pt x="5149" y="338"/>
                  </a:lnTo>
                  <a:lnTo>
                    <a:pt x="5274" y="338"/>
                  </a:lnTo>
                  <a:lnTo>
                    <a:pt x="5274" y="270"/>
                  </a:lnTo>
                  <a:close/>
                  <a:moveTo>
                    <a:pt x="6593" y="270"/>
                  </a:moveTo>
                  <a:lnTo>
                    <a:pt x="6530" y="270"/>
                  </a:lnTo>
                  <a:lnTo>
                    <a:pt x="6530" y="338"/>
                  </a:lnTo>
                  <a:lnTo>
                    <a:pt x="6593" y="338"/>
                  </a:lnTo>
                  <a:close/>
                  <a:moveTo>
                    <a:pt x="6907" y="270"/>
                  </a:moveTo>
                  <a:lnTo>
                    <a:pt x="6907" y="338"/>
                  </a:lnTo>
                  <a:lnTo>
                    <a:pt x="7033" y="338"/>
                  </a:lnTo>
                  <a:lnTo>
                    <a:pt x="7033" y="270"/>
                  </a:lnTo>
                  <a:close/>
                  <a:moveTo>
                    <a:pt x="7158" y="270"/>
                  </a:moveTo>
                  <a:lnTo>
                    <a:pt x="7158" y="338"/>
                  </a:lnTo>
                  <a:lnTo>
                    <a:pt x="7284" y="338"/>
                  </a:lnTo>
                  <a:lnTo>
                    <a:pt x="7284" y="270"/>
                  </a:lnTo>
                  <a:close/>
                  <a:moveTo>
                    <a:pt x="7723" y="270"/>
                  </a:moveTo>
                  <a:lnTo>
                    <a:pt x="7660" y="270"/>
                  </a:lnTo>
                  <a:lnTo>
                    <a:pt x="7660" y="338"/>
                  </a:lnTo>
                  <a:lnTo>
                    <a:pt x="7723" y="338"/>
                  </a:lnTo>
                  <a:close/>
                  <a:moveTo>
                    <a:pt x="20721" y="270"/>
                  </a:moveTo>
                  <a:lnTo>
                    <a:pt x="20721" y="338"/>
                  </a:lnTo>
                  <a:lnTo>
                    <a:pt x="21035" y="338"/>
                  </a:lnTo>
                  <a:lnTo>
                    <a:pt x="21035" y="270"/>
                  </a:lnTo>
                  <a:close/>
                </a:path>
              </a:pathLst>
            </a:custGeom>
            <a:solidFill xmlns:a="http://schemas.openxmlformats.org/drawingml/2006/main">
              <a:srgbClr val="FAEAD7"/>
            </a:solidFill>
            <a:ln xmlns:a="http://schemas.openxmlformats.org/drawingml/2006/main">
              <a:noFill/>
            </a:ln>
          </p:spPr>
        </p:sp>
        <p:sp>
          <p:nvSpPr>
            <p:cNvPr id="11" name="scene-outline-region-n9-paint-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269436" y="11731713"/>
              <a:ext cx="3861923" cy="3592486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2637" y="135"/>
                  </a:moveTo>
                  <a:lnTo>
                    <a:pt x="2637" y="68"/>
                  </a:lnTo>
                  <a:lnTo>
                    <a:pt x="4521" y="135"/>
                  </a:lnTo>
                  <a:lnTo>
                    <a:pt x="4521" y="68"/>
                  </a:lnTo>
                  <a:lnTo>
                    <a:pt x="21035" y="68"/>
                  </a:lnTo>
                  <a:lnTo>
                    <a:pt x="21160" y="202"/>
                  </a:lnTo>
                  <a:lnTo>
                    <a:pt x="21349" y="270"/>
                  </a:lnTo>
                  <a:lnTo>
                    <a:pt x="21412" y="472"/>
                  </a:lnTo>
                  <a:lnTo>
                    <a:pt x="21474" y="472"/>
                  </a:lnTo>
                  <a:lnTo>
                    <a:pt x="21474" y="743"/>
                  </a:lnTo>
                  <a:lnTo>
                    <a:pt x="21537" y="743"/>
                  </a:lnTo>
                  <a:lnTo>
                    <a:pt x="21537" y="20992"/>
                  </a:lnTo>
                  <a:lnTo>
                    <a:pt x="21474" y="20992"/>
                  </a:lnTo>
                  <a:lnTo>
                    <a:pt x="21412" y="21262"/>
                  </a:lnTo>
                  <a:lnTo>
                    <a:pt x="21223" y="21465"/>
                  </a:lnTo>
                  <a:lnTo>
                    <a:pt x="21098" y="21465"/>
                  </a:lnTo>
                  <a:lnTo>
                    <a:pt x="21098" y="21532"/>
                  </a:lnTo>
                  <a:lnTo>
                    <a:pt x="502" y="21532"/>
                  </a:lnTo>
                  <a:lnTo>
                    <a:pt x="314" y="21330"/>
                  </a:lnTo>
                  <a:lnTo>
                    <a:pt x="440" y="21330"/>
                  </a:lnTo>
                  <a:lnTo>
                    <a:pt x="440" y="21398"/>
                  </a:lnTo>
                  <a:lnTo>
                    <a:pt x="2449" y="21465"/>
                  </a:lnTo>
                  <a:lnTo>
                    <a:pt x="2449" y="21398"/>
                  </a:lnTo>
                  <a:lnTo>
                    <a:pt x="4458" y="21398"/>
                  </a:lnTo>
                  <a:lnTo>
                    <a:pt x="4458" y="21465"/>
                  </a:lnTo>
                  <a:lnTo>
                    <a:pt x="20533" y="21465"/>
                  </a:lnTo>
                  <a:lnTo>
                    <a:pt x="20533" y="21398"/>
                  </a:lnTo>
                  <a:lnTo>
                    <a:pt x="21160" y="21398"/>
                  </a:lnTo>
                  <a:lnTo>
                    <a:pt x="21349" y="21195"/>
                  </a:lnTo>
                  <a:lnTo>
                    <a:pt x="21349" y="21060"/>
                  </a:lnTo>
                  <a:lnTo>
                    <a:pt x="21412" y="21060"/>
                  </a:lnTo>
                  <a:lnTo>
                    <a:pt x="21412" y="540"/>
                  </a:lnTo>
                  <a:lnTo>
                    <a:pt x="21098" y="202"/>
                  </a:lnTo>
                  <a:lnTo>
                    <a:pt x="502" y="202"/>
                  </a:lnTo>
                  <a:lnTo>
                    <a:pt x="502" y="135"/>
                  </a:lnTo>
                  <a:close/>
                  <a:moveTo>
                    <a:pt x="502" y="202"/>
                  </a:moveTo>
                  <a:lnTo>
                    <a:pt x="188" y="540"/>
                  </a:lnTo>
                  <a:lnTo>
                    <a:pt x="188" y="675"/>
                  </a:lnTo>
                  <a:lnTo>
                    <a:pt x="126" y="675"/>
                  </a:lnTo>
                  <a:lnTo>
                    <a:pt x="126" y="20992"/>
                  </a:lnTo>
                  <a:lnTo>
                    <a:pt x="251" y="21128"/>
                  </a:lnTo>
                  <a:lnTo>
                    <a:pt x="314" y="21330"/>
                  </a:lnTo>
                  <a:lnTo>
                    <a:pt x="188" y="21330"/>
                  </a:lnTo>
                  <a:lnTo>
                    <a:pt x="126" y="21060"/>
                  </a:lnTo>
                  <a:lnTo>
                    <a:pt x="63" y="21060"/>
                  </a:lnTo>
                  <a:lnTo>
                    <a:pt x="63" y="540"/>
                  </a:lnTo>
                  <a:lnTo>
                    <a:pt x="314" y="270"/>
                  </a:lnTo>
                  <a:lnTo>
                    <a:pt x="314" y="202"/>
                  </a:lnTo>
                  <a:close/>
                </a:path>
              </a:pathLst>
            </a:custGeom>
            <a:solidFill xmlns:a="http://schemas.openxmlformats.org/drawingml/2006/main">
              <a:srgbClr val="D7BBA0"/>
            </a:solidFill>
            <a:ln xmlns:a="http://schemas.openxmlformats.org/drawingml/2006/main">
              <a:noFill/>
            </a:ln>
          </p:spPr>
        </p:sp>
        <p:sp>
          <p:nvSpPr>
            <p:cNvPr id="12" name="p0-ocr-043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01238" y="12001149"/>
              <a:ext cx="1313503" cy="404155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2826" b="1">
                  <a:solidFill>
                    <a:srgbClr val="14120F"/>
                  </a:solidFill>
                  <a:latin typeface="Microsoft YaHei"/>
                  <a:ea typeface="Microsoft YaHei"/>
                  <a:cs typeface="Microsoft YaHei"/>
                </a:rPr>
                <a:t>执行拓扑</a:t>
              </a:r>
            </a:p>
          </p:txBody>
        </p:sp>
        <p:sp>
          <p:nvSpPr>
            <p:cNvPr id="13" name="p0-ocr-046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2740" y="12540022"/>
              <a:ext cx="3120972" cy="336796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1909" b="1">
                  <a:solidFill>
                    <a:srgbClr val="BB4525"/>
                  </a:solidFill>
                  <a:latin typeface="Microsoft YaHei"/>
                  <a:ea typeface="Microsoft YaHei"/>
                  <a:cs typeface="Microsoft YaHei"/>
                </a:rPr>
                <a:t>fork subagent 默认开启</a:t>
              </a:r>
            </a:p>
          </p:txBody>
        </p:sp>
        <p:sp>
          <p:nvSpPr>
            <p:cNvPr id="14" name="p0-ocr-049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5481" y="13236066"/>
              <a:ext cx="1930961" cy="269436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1639" b="1">
                  <a:solidFill>
                    <a:srgbClr val="444446"/>
                  </a:solidFill>
                  <a:latin typeface="Microsoft YaHei"/>
                  <a:ea typeface="Microsoft YaHei"/>
                  <a:cs typeface="Microsoft YaHei"/>
                </a:rPr>
                <a:t>多 Agent 从可选能力</a:t>
              </a:r>
            </a:p>
          </p:txBody>
        </p:sp>
        <p:sp>
          <p:nvSpPr>
            <p:cNvPr id="15" name="p0-ocr-052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76707" y="13527956"/>
              <a:ext cx="1650298" cy="269436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1775" b="1">
                  <a:solidFill>
                    <a:srgbClr val="4A4B4C"/>
                  </a:solidFill>
                  <a:latin typeface="Microsoft YaHei"/>
                  <a:ea typeface="Microsoft YaHei"/>
                  <a:cs typeface="Microsoft YaHei"/>
                </a:rPr>
                <a:t>走向默认执行拓扑</a:t>
              </a:r>
            </a:p>
          </p:txBody>
        </p:sp>
        <p:sp>
          <p:nvSpPr>
            <p:cNvPr id="16" name="p0-ocr-055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5481" y="13977017"/>
              <a:ext cx="2873989" cy="280663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1528" b="1">
                  <a:solidFill>
                    <a:srgbClr val="49494B"/>
                  </a:solidFill>
                  <a:latin typeface="Microsoft YaHei"/>
                  <a:ea typeface="Microsoft YaHei"/>
                  <a:cs typeface="Microsoft YaHei"/>
                </a:rPr>
                <a:t>主会话拆解任务，fork subagent</a:t>
              </a:r>
            </a:p>
          </p:txBody>
        </p:sp>
        <p:sp>
          <p:nvSpPr>
            <p:cNvPr id="17" name="p0-ocr-056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5481" y="14268906"/>
              <a:ext cx="864442" cy="280663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1860" b="1">
                  <a:solidFill>
                    <a:srgbClr val="4F4F51"/>
                  </a:solidFill>
                  <a:latin typeface="Microsoft YaHei"/>
                  <a:ea typeface="Microsoft YaHei"/>
                  <a:cs typeface="Microsoft YaHei"/>
                </a:rPr>
                <a:t>并行执行</a:t>
              </a:r>
            </a:p>
          </p:txBody>
        </p:sp>
        <p:sp>
          <p:nvSpPr>
            <p:cNvPr id="18" name="p0-ocr-059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9160" y="14740420"/>
              <a:ext cx="2694365" cy="235757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1337" b="0">
                  <a:solidFill>
                    <a:srgbClr val="49484B"/>
                  </a:solidFill>
                  <a:latin typeface="Microsoft YaHei"/>
                  <a:ea typeface="Microsoft YaHei"/>
                  <a:cs typeface="Microsoft YaHei"/>
                </a:rPr>
                <a:t>更好的任务分工与独立上下文</a:t>
              </a:r>
            </a:p>
          </p:txBody>
        </p:sp>
      </p:grpSp>
      <p:grpSp>
        <p:nvGrpSpPr>
          <p:cNvPr id="19" name="scene-unit-region-n11"/>
          <p:cNvGrpSpPr/>
          <p:nvPr/>
        </p:nvGrpSpPr>
        <p:grpSpPr>
          <a:xfrm xmlns:a="http://schemas.openxmlformats.org/drawingml/2006/main">
            <a:off x="8081824" y="11730443"/>
            <a:ext cx="3853236" cy="3595026"/>
            <a:chOff x="8081824" y="11730443"/>
            <a:chExt cx="3853236" cy="3595026"/>
          </a:xfrm>
        </p:grpSpPr>
        <p:sp>
          <p:nvSpPr>
            <p:cNvPr id="20" name="scene-container-region-n1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8083094" y="11731713"/>
              <a:ext cx="3850696" cy="3592486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630" y="0"/>
                  </a:moveTo>
                  <a:lnTo>
                    <a:pt x="21159" y="68"/>
                  </a:lnTo>
                  <a:lnTo>
                    <a:pt x="21537" y="608"/>
                  </a:lnTo>
                  <a:lnTo>
                    <a:pt x="21537" y="21262"/>
                  </a:lnTo>
                  <a:lnTo>
                    <a:pt x="21222" y="21532"/>
                  </a:lnTo>
                  <a:lnTo>
                    <a:pt x="378" y="21532"/>
                  </a:lnTo>
                  <a:lnTo>
                    <a:pt x="63" y="21128"/>
                  </a:lnTo>
                  <a:lnTo>
                    <a:pt x="63" y="202"/>
                  </a:lnTo>
                  <a:close/>
                </a:path>
              </a:pathLst>
            </a:custGeom>
            <a:solidFill xmlns:a="http://schemas.openxmlformats.org/drawingml/2006/main">
              <a:srgbClr val="FDFCFE"/>
            </a:solidFill>
            <a:ln xmlns:a="http://schemas.openxmlformats.org/drawingml/2006/main">
              <a:noFill/>
            </a:ln>
          </p:spPr>
        </p:sp>
        <p:sp>
          <p:nvSpPr>
            <p:cNvPr id="21" name="scene-outline-region-n1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8083094" y="11731713"/>
              <a:ext cx="3850696" cy="3592486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630" y="0"/>
                  </a:moveTo>
                  <a:lnTo>
                    <a:pt x="21159" y="68"/>
                  </a:lnTo>
                  <a:lnTo>
                    <a:pt x="21537" y="608"/>
                  </a:lnTo>
                  <a:lnTo>
                    <a:pt x="21537" y="21262"/>
                  </a:lnTo>
                  <a:lnTo>
                    <a:pt x="21222" y="21532"/>
                  </a:lnTo>
                  <a:lnTo>
                    <a:pt x="378" y="21532"/>
                  </a:lnTo>
                  <a:lnTo>
                    <a:pt x="63" y="21128"/>
                  </a:lnTo>
                  <a:lnTo>
                    <a:pt x="63" y="202"/>
                  </a:lnTo>
                  <a:close/>
                  <a:moveTo>
                    <a:pt x="567" y="405"/>
                  </a:moveTo>
                  <a:lnTo>
                    <a:pt x="441" y="540"/>
                  </a:lnTo>
                  <a:lnTo>
                    <a:pt x="315" y="11407"/>
                  </a:lnTo>
                  <a:lnTo>
                    <a:pt x="252" y="1215"/>
                  </a:lnTo>
                  <a:lnTo>
                    <a:pt x="315" y="20655"/>
                  </a:lnTo>
                  <a:lnTo>
                    <a:pt x="378" y="15998"/>
                  </a:lnTo>
                  <a:lnTo>
                    <a:pt x="441" y="21128"/>
                  </a:lnTo>
                  <a:lnTo>
                    <a:pt x="567" y="21262"/>
                  </a:lnTo>
                  <a:lnTo>
                    <a:pt x="441" y="21330"/>
                  </a:lnTo>
                  <a:lnTo>
                    <a:pt x="19396" y="21262"/>
                  </a:lnTo>
                  <a:lnTo>
                    <a:pt x="13224" y="21195"/>
                  </a:lnTo>
                  <a:lnTo>
                    <a:pt x="21222" y="21262"/>
                  </a:lnTo>
                  <a:lnTo>
                    <a:pt x="21285" y="21195"/>
                  </a:lnTo>
                  <a:lnTo>
                    <a:pt x="21348" y="608"/>
                  </a:lnTo>
                  <a:lnTo>
                    <a:pt x="21159" y="338"/>
                  </a:lnTo>
                  <a:lnTo>
                    <a:pt x="882" y="270"/>
                  </a:lnTo>
                  <a:close/>
                  <a:moveTo>
                    <a:pt x="19522" y="21330"/>
                  </a:moveTo>
                  <a:lnTo>
                    <a:pt x="19648" y="21330"/>
                  </a:lnTo>
                  <a:lnTo>
                    <a:pt x="19648" y="21262"/>
                  </a:lnTo>
                  <a:lnTo>
                    <a:pt x="19522" y="21262"/>
                  </a:lnTo>
                  <a:close/>
                  <a:moveTo>
                    <a:pt x="19774" y="21330"/>
                  </a:moveTo>
                  <a:lnTo>
                    <a:pt x="19900" y="21330"/>
                  </a:lnTo>
                  <a:lnTo>
                    <a:pt x="19900" y="21262"/>
                  </a:lnTo>
                  <a:lnTo>
                    <a:pt x="19774" y="21262"/>
                  </a:lnTo>
                  <a:close/>
                </a:path>
              </a:pathLst>
            </a:custGeom>
            <a:solidFill xmlns:a="http://schemas.openxmlformats.org/drawingml/2006/main">
              <a:srgbClr val="E1F7FD"/>
            </a:solidFill>
            <a:ln xmlns:a="http://schemas.openxmlformats.org/drawingml/2006/main">
              <a:noFill/>
            </a:ln>
          </p:spPr>
        </p:sp>
        <p:sp>
          <p:nvSpPr>
            <p:cNvPr id="22" name="scene-outline-region-n11-paint-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8083094" y="11731713"/>
              <a:ext cx="3850696" cy="3592486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756" y="135"/>
                  </a:moveTo>
                  <a:lnTo>
                    <a:pt x="756" y="68"/>
                  </a:lnTo>
                  <a:lnTo>
                    <a:pt x="20970" y="68"/>
                  </a:lnTo>
                  <a:lnTo>
                    <a:pt x="20970" y="135"/>
                  </a:lnTo>
                  <a:lnTo>
                    <a:pt x="21285" y="202"/>
                  </a:lnTo>
                  <a:lnTo>
                    <a:pt x="21411" y="338"/>
                  </a:lnTo>
                  <a:lnTo>
                    <a:pt x="21474" y="608"/>
                  </a:lnTo>
                  <a:lnTo>
                    <a:pt x="21537" y="608"/>
                  </a:lnTo>
                  <a:lnTo>
                    <a:pt x="21537" y="20992"/>
                  </a:lnTo>
                  <a:lnTo>
                    <a:pt x="21474" y="20992"/>
                  </a:lnTo>
                  <a:lnTo>
                    <a:pt x="21474" y="21195"/>
                  </a:lnTo>
                  <a:lnTo>
                    <a:pt x="21222" y="21465"/>
                  </a:lnTo>
                  <a:lnTo>
                    <a:pt x="21033" y="21465"/>
                  </a:lnTo>
                  <a:lnTo>
                    <a:pt x="21033" y="21532"/>
                  </a:lnTo>
                  <a:lnTo>
                    <a:pt x="567" y="21532"/>
                  </a:lnTo>
                  <a:lnTo>
                    <a:pt x="567" y="21465"/>
                  </a:lnTo>
                  <a:lnTo>
                    <a:pt x="378" y="21465"/>
                  </a:lnTo>
                  <a:lnTo>
                    <a:pt x="126" y="21195"/>
                  </a:lnTo>
                  <a:lnTo>
                    <a:pt x="126" y="20992"/>
                  </a:lnTo>
                  <a:lnTo>
                    <a:pt x="63" y="20992"/>
                  </a:lnTo>
                  <a:lnTo>
                    <a:pt x="63" y="608"/>
                  </a:lnTo>
                  <a:lnTo>
                    <a:pt x="126" y="608"/>
                  </a:lnTo>
                  <a:lnTo>
                    <a:pt x="126" y="405"/>
                  </a:lnTo>
                  <a:lnTo>
                    <a:pt x="315" y="202"/>
                  </a:lnTo>
                  <a:close/>
                  <a:moveTo>
                    <a:pt x="567" y="202"/>
                  </a:moveTo>
                  <a:lnTo>
                    <a:pt x="441" y="338"/>
                  </a:lnTo>
                  <a:lnTo>
                    <a:pt x="252" y="405"/>
                  </a:lnTo>
                  <a:lnTo>
                    <a:pt x="252" y="608"/>
                  </a:lnTo>
                  <a:lnTo>
                    <a:pt x="189" y="608"/>
                  </a:lnTo>
                  <a:lnTo>
                    <a:pt x="189" y="21060"/>
                  </a:lnTo>
                  <a:lnTo>
                    <a:pt x="504" y="21398"/>
                  </a:lnTo>
                  <a:lnTo>
                    <a:pt x="21096" y="21398"/>
                  </a:lnTo>
                  <a:lnTo>
                    <a:pt x="21285" y="21195"/>
                  </a:lnTo>
                  <a:lnTo>
                    <a:pt x="21348" y="21195"/>
                  </a:lnTo>
                  <a:lnTo>
                    <a:pt x="21348" y="21060"/>
                  </a:lnTo>
                  <a:lnTo>
                    <a:pt x="21411" y="21060"/>
                  </a:lnTo>
                  <a:lnTo>
                    <a:pt x="21411" y="608"/>
                  </a:lnTo>
                  <a:lnTo>
                    <a:pt x="21348" y="608"/>
                  </a:lnTo>
                  <a:lnTo>
                    <a:pt x="21285" y="338"/>
                  </a:lnTo>
                  <a:lnTo>
                    <a:pt x="21033" y="270"/>
                  </a:lnTo>
                  <a:lnTo>
                    <a:pt x="21033" y="202"/>
                  </a:lnTo>
                  <a:close/>
                </a:path>
              </a:pathLst>
            </a:custGeom>
            <a:solidFill xmlns:a="http://schemas.openxmlformats.org/drawingml/2006/main">
              <a:srgbClr val="96BACF"/>
            </a:solidFill>
            <a:ln xmlns:a="http://schemas.openxmlformats.org/drawingml/2006/main">
              <a:noFill/>
            </a:ln>
          </p:spPr>
        </p:sp>
        <p:sp>
          <p:nvSpPr>
            <p:cNvPr id="23" name="p0-ocr-045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048575" y="12012376"/>
              <a:ext cx="1291050" cy="404155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2778" b="1">
                  <a:solidFill>
                    <a:srgbClr val="121518"/>
                  </a:solidFill>
                  <a:latin typeface="Microsoft YaHei"/>
                  <a:ea typeface="Microsoft YaHei"/>
                  <a:cs typeface="Microsoft YaHei"/>
                </a:rPr>
                <a:t>可观测性</a:t>
              </a:r>
            </a:p>
          </p:txBody>
        </p:sp>
        <p:sp>
          <p:nvSpPr>
            <p:cNvPr id="24" name="p0-ocr-048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07624" y="12540022"/>
              <a:ext cx="3356729" cy="303116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1718" b="1">
                  <a:solidFill>
                    <a:srgbClr val="276EAF"/>
                  </a:solidFill>
                  <a:latin typeface="Microsoft YaHei"/>
                  <a:ea typeface="Microsoft YaHei"/>
                  <a:cs typeface="Microsoft YaHei"/>
                </a:rPr>
                <a:t>分类器、权限、缓存进入遥测</a:t>
              </a:r>
            </a:p>
          </p:txBody>
        </p:sp>
        <p:sp>
          <p:nvSpPr>
            <p:cNvPr id="25" name="p0-ocr-05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24044" y="13292199"/>
              <a:ext cx="2593326" cy="235757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1337" b="0">
                  <a:solidFill>
                    <a:srgbClr val="464549"/>
                  </a:solidFill>
                  <a:latin typeface="Microsoft YaHei"/>
                  <a:ea typeface="Microsoft YaHei"/>
                  <a:cs typeface="Microsoft YaHei"/>
                </a:rPr>
                <a:t>引入分类器与权限相关的遥测</a:t>
              </a:r>
            </a:p>
          </p:txBody>
        </p:sp>
        <p:sp>
          <p:nvSpPr>
            <p:cNvPr id="26" name="p0-ocr-054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24044" y="13864751"/>
              <a:ext cx="2649459" cy="224530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1273" b="0">
                  <a:solidFill>
                    <a:srgbClr val="444248"/>
                  </a:solidFill>
                  <a:latin typeface="Microsoft YaHei"/>
                  <a:ea typeface="Microsoft YaHei"/>
                  <a:cs typeface="Microsoft YaHei"/>
                </a:rPr>
                <a:t>缓存命中等运行数据纳入观测</a:t>
              </a:r>
            </a:p>
          </p:txBody>
        </p:sp>
        <p:sp>
          <p:nvSpPr>
            <p:cNvPr id="27" name="p0-ocr-058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01591" y="14369945"/>
              <a:ext cx="2570873" cy="269436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1922" b="1">
                  <a:solidFill>
                    <a:srgbClr val="444347"/>
                  </a:solidFill>
                  <a:latin typeface="Microsoft YaHei"/>
                  <a:ea typeface="Microsoft YaHei"/>
                  <a:cs typeface="Microsoft YaHei"/>
                </a:rPr>
                <a:t>为后续的成本、质量与安全</a:t>
              </a:r>
            </a:p>
          </p:txBody>
        </p:sp>
        <p:sp>
          <p:nvSpPr>
            <p:cNvPr id="28" name="p0-ocr-06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01591" y="14673061"/>
              <a:ext cx="1291050" cy="269436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1852" b="1">
                  <a:solidFill>
                    <a:srgbClr val="424245"/>
                  </a:solidFill>
                  <a:latin typeface="Microsoft YaHei"/>
                  <a:ea typeface="Microsoft YaHei"/>
                  <a:cs typeface="Microsoft YaHei"/>
                </a:rPr>
                <a:t>提供数据基础</a:t>
              </a:r>
            </a:p>
          </p:txBody>
        </p:sp>
      </p:grpSp>
      <p:grpSp>
        <p:nvGrpSpPr>
          <p:cNvPr id="29" name="scene-unit-region-n10"/>
          <p:cNvGrpSpPr/>
          <p:nvPr/>
        </p:nvGrpSpPr>
        <p:grpSpPr>
          <a:xfrm xmlns:a="http://schemas.openxmlformats.org/drawingml/2006/main">
            <a:off x="4253581" y="11741669"/>
            <a:ext cx="3707291" cy="3583800"/>
            <a:chOff x="4253581" y="11741669"/>
            <a:chExt cx="3707291" cy="3583800"/>
          </a:xfrm>
        </p:grpSpPr>
        <p:sp>
          <p:nvSpPr>
            <p:cNvPr id="30" name="scene-container-region-n1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254851" y="11742939"/>
              <a:ext cx="3704751" cy="3581260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458" y="0"/>
                  </a:moveTo>
                  <a:lnTo>
                    <a:pt x="21273" y="68"/>
                  </a:lnTo>
                  <a:lnTo>
                    <a:pt x="21535" y="474"/>
                  </a:lnTo>
                  <a:lnTo>
                    <a:pt x="21535" y="21261"/>
                  </a:lnTo>
                  <a:lnTo>
                    <a:pt x="21207" y="21532"/>
                  </a:lnTo>
                  <a:lnTo>
                    <a:pt x="393" y="21532"/>
                  </a:lnTo>
                  <a:lnTo>
                    <a:pt x="65" y="21261"/>
                  </a:lnTo>
                  <a:lnTo>
                    <a:pt x="65" y="339"/>
                  </a:lnTo>
                  <a:close/>
                </a:path>
              </a:pathLst>
            </a:custGeom>
            <a:solidFill xmlns:a="http://schemas.openxmlformats.org/drawingml/2006/main">
              <a:srgbClr val="FCFCFC"/>
            </a:solidFill>
            <a:ln xmlns:a="http://schemas.openxmlformats.org/drawingml/2006/main">
              <a:noFill/>
            </a:ln>
          </p:spPr>
        </p:sp>
        <p:sp>
          <p:nvSpPr>
            <p:cNvPr id="31" name="scene-outline-region-n1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254851" y="11742939"/>
              <a:ext cx="3704751" cy="3581260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458" y="0"/>
                  </a:moveTo>
                  <a:lnTo>
                    <a:pt x="21273" y="68"/>
                  </a:lnTo>
                  <a:lnTo>
                    <a:pt x="21535" y="474"/>
                  </a:lnTo>
                  <a:lnTo>
                    <a:pt x="21535" y="21261"/>
                  </a:lnTo>
                  <a:lnTo>
                    <a:pt x="21207" y="21532"/>
                  </a:lnTo>
                  <a:lnTo>
                    <a:pt x="393" y="21532"/>
                  </a:lnTo>
                  <a:lnTo>
                    <a:pt x="65" y="21261"/>
                  </a:lnTo>
                  <a:lnTo>
                    <a:pt x="65" y="339"/>
                  </a:lnTo>
                  <a:close/>
                  <a:moveTo>
                    <a:pt x="524" y="271"/>
                  </a:moveTo>
                  <a:lnTo>
                    <a:pt x="262" y="542"/>
                  </a:lnTo>
                  <a:lnTo>
                    <a:pt x="262" y="21126"/>
                  </a:lnTo>
                  <a:lnTo>
                    <a:pt x="524" y="21397"/>
                  </a:lnTo>
                  <a:lnTo>
                    <a:pt x="21142" y="21329"/>
                  </a:lnTo>
                  <a:lnTo>
                    <a:pt x="21273" y="21261"/>
                  </a:lnTo>
                  <a:lnTo>
                    <a:pt x="21404" y="20449"/>
                  </a:lnTo>
                  <a:lnTo>
                    <a:pt x="21338" y="20381"/>
                  </a:lnTo>
                  <a:lnTo>
                    <a:pt x="21338" y="406"/>
                  </a:lnTo>
                  <a:lnTo>
                    <a:pt x="21076" y="203"/>
                  </a:lnTo>
                  <a:lnTo>
                    <a:pt x="655" y="203"/>
                  </a:lnTo>
                  <a:close/>
                </a:path>
              </a:pathLst>
            </a:custGeom>
            <a:solidFill xmlns:a="http://schemas.openxmlformats.org/drawingml/2006/main">
              <a:srgbClr val="CBE8DA"/>
            </a:solidFill>
            <a:ln xmlns:a="http://schemas.openxmlformats.org/drawingml/2006/main">
              <a:noFill/>
            </a:ln>
          </p:spPr>
        </p:sp>
        <p:sp>
          <p:nvSpPr>
            <p:cNvPr id="32" name="scene-outline-region-n10-paint-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254851" y="11742939"/>
              <a:ext cx="3704751" cy="3581260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458" y="68"/>
                  </a:moveTo>
                  <a:lnTo>
                    <a:pt x="21142" y="68"/>
                  </a:lnTo>
                  <a:lnTo>
                    <a:pt x="21142" y="135"/>
                  </a:lnTo>
                  <a:lnTo>
                    <a:pt x="524" y="135"/>
                  </a:lnTo>
                  <a:lnTo>
                    <a:pt x="262" y="406"/>
                  </a:lnTo>
                  <a:lnTo>
                    <a:pt x="196" y="406"/>
                  </a:lnTo>
                  <a:lnTo>
                    <a:pt x="262" y="203"/>
                  </a:lnTo>
                  <a:lnTo>
                    <a:pt x="458" y="135"/>
                  </a:lnTo>
                  <a:close/>
                  <a:moveTo>
                    <a:pt x="196" y="406"/>
                  </a:moveTo>
                  <a:lnTo>
                    <a:pt x="196" y="609"/>
                  </a:lnTo>
                  <a:lnTo>
                    <a:pt x="131" y="609"/>
                  </a:lnTo>
                  <a:lnTo>
                    <a:pt x="131" y="20991"/>
                  </a:lnTo>
                  <a:lnTo>
                    <a:pt x="196" y="20991"/>
                  </a:lnTo>
                  <a:lnTo>
                    <a:pt x="196" y="21194"/>
                  </a:lnTo>
                  <a:lnTo>
                    <a:pt x="131" y="21194"/>
                  </a:lnTo>
                  <a:lnTo>
                    <a:pt x="131" y="21058"/>
                  </a:lnTo>
                  <a:lnTo>
                    <a:pt x="65" y="21058"/>
                  </a:lnTo>
                  <a:lnTo>
                    <a:pt x="65" y="542"/>
                  </a:lnTo>
                  <a:close/>
                  <a:moveTo>
                    <a:pt x="21142" y="135"/>
                  </a:moveTo>
                  <a:lnTo>
                    <a:pt x="21338" y="203"/>
                  </a:lnTo>
                  <a:lnTo>
                    <a:pt x="21404" y="406"/>
                  </a:lnTo>
                  <a:close/>
                  <a:moveTo>
                    <a:pt x="196" y="21194"/>
                  </a:moveTo>
                  <a:lnTo>
                    <a:pt x="262" y="21194"/>
                  </a:lnTo>
                  <a:lnTo>
                    <a:pt x="262" y="21261"/>
                  </a:lnTo>
                  <a:lnTo>
                    <a:pt x="196" y="21261"/>
                  </a:lnTo>
                  <a:close/>
                  <a:moveTo>
                    <a:pt x="262" y="21261"/>
                  </a:moveTo>
                  <a:lnTo>
                    <a:pt x="393" y="21397"/>
                  </a:lnTo>
                  <a:lnTo>
                    <a:pt x="262" y="21397"/>
                  </a:lnTo>
                  <a:close/>
                  <a:moveTo>
                    <a:pt x="393" y="21397"/>
                  </a:moveTo>
                  <a:lnTo>
                    <a:pt x="589" y="21397"/>
                  </a:lnTo>
                  <a:lnTo>
                    <a:pt x="589" y="21465"/>
                  </a:lnTo>
                  <a:lnTo>
                    <a:pt x="393" y="21465"/>
                  </a:lnTo>
                  <a:close/>
                  <a:moveTo>
                    <a:pt x="21404" y="406"/>
                  </a:moveTo>
                  <a:lnTo>
                    <a:pt x="21535" y="542"/>
                  </a:lnTo>
                  <a:lnTo>
                    <a:pt x="21535" y="20991"/>
                  </a:lnTo>
                  <a:lnTo>
                    <a:pt x="21469" y="20991"/>
                  </a:lnTo>
                  <a:lnTo>
                    <a:pt x="21469" y="609"/>
                  </a:lnTo>
                  <a:lnTo>
                    <a:pt x="21404" y="609"/>
                  </a:lnTo>
                  <a:close/>
                  <a:moveTo>
                    <a:pt x="655" y="21465"/>
                  </a:moveTo>
                  <a:lnTo>
                    <a:pt x="21011" y="21465"/>
                  </a:lnTo>
                  <a:lnTo>
                    <a:pt x="21011" y="21397"/>
                  </a:lnTo>
                  <a:lnTo>
                    <a:pt x="21142" y="21397"/>
                  </a:lnTo>
                  <a:lnTo>
                    <a:pt x="21076" y="21532"/>
                  </a:lnTo>
                  <a:lnTo>
                    <a:pt x="655" y="21532"/>
                  </a:lnTo>
                  <a:close/>
                  <a:moveTo>
                    <a:pt x="21469" y="20991"/>
                  </a:moveTo>
                  <a:lnTo>
                    <a:pt x="21469" y="21194"/>
                  </a:lnTo>
                  <a:lnTo>
                    <a:pt x="21338" y="21261"/>
                  </a:lnTo>
                  <a:lnTo>
                    <a:pt x="21338" y="21126"/>
                  </a:lnTo>
                  <a:close/>
                  <a:moveTo>
                    <a:pt x="21207" y="21329"/>
                  </a:moveTo>
                  <a:lnTo>
                    <a:pt x="21273" y="21329"/>
                  </a:lnTo>
                  <a:lnTo>
                    <a:pt x="21273" y="21397"/>
                  </a:lnTo>
                  <a:lnTo>
                    <a:pt x="21207" y="21397"/>
                  </a:lnTo>
                  <a:close/>
                </a:path>
              </a:pathLst>
            </a:custGeom>
            <a:solidFill xmlns:a="http://schemas.openxmlformats.org/drawingml/2006/main">
              <a:srgbClr val="89AA9A"/>
            </a:solidFill>
            <a:ln xmlns:a="http://schemas.openxmlformats.org/drawingml/2006/main">
              <a:noFill/>
            </a:ln>
          </p:spPr>
        </p:sp>
        <p:sp>
          <p:nvSpPr>
            <p:cNvPr id="33" name="p0-ocr-044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20331" y="12001149"/>
              <a:ext cx="1313503" cy="404155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2826" b="1">
                  <a:solidFill>
                    <a:srgbClr val="111714"/>
                  </a:solidFill>
                  <a:latin typeface="Microsoft YaHei"/>
                  <a:ea typeface="Microsoft YaHei"/>
                  <a:cs typeface="Microsoft YaHei"/>
                </a:rPr>
                <a:t>运行控制</a:t>
              </a:r>
            </a:p>
          </p:txBody>
        </p:sp>
        <p:sp>
          <p:nvSpPr>
            <p:cNvPr id="34" name="p0-ocr-047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68155" y="12540022"/>
              <a:ext cx="3244464" cy="336796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1909" b="1">
                  <a:solidFill>
                    <a:srgbClr val="236947"/>
                  </a:solidFill>
                  <a:latin typeface="Microsoft YaHei"/>
                  <a:ea typeface="Microsoft YaHei"/>
                  <a:cs typeface="Microsoft YaHei"/>
                </a:rPr>
                <a:t>后台化、Hook限流、恢复修复</a:t>
              </a:r>
            </a:p>
          </p:txBody>
        </p:sp>
        <p:sp>
          <p:nvSpPr>
            <p:cNvPr id="35" name="p0-ocr-05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95801" y="13314652"/>
              <a:ext cx="2559646" cy="235757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1337" b="0">
                  <a:solidFill>
                    <a:srgbClr val="474749"/>
                  </a:solidFill>
                  <a:latin typeface="Microsoft YaHei"/>
                  <a:ea typeface="Microsoft YaHei"/>
                  <a:cs typeface="Microsoft YaHei"/>
                </a:rPr>
                <a:t>支持后台化执行，提升稳定性</a:t>
              </a:r>
            </a:p>
          </p:txBody>
        </p:sp>
        <p:sp>
          <p:nvSpPr>
            <p:cNvPr id="36" name="p0-ocr-053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84575" y="13864751"/>
              <a:ext cx="2761724" cy="224530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1273" b="0">
                  <a:solidFill>
                    <a:srgbClr val="424144"/>
                  </a:solidFill>
                  <a:latin typeface="Microsoft YaHei"/>
                  <a:ea typeface="Microsoft YaHei"/>
                  <a:cs typeface="Microsoft YaHei"/>
                </a:rPr>
                <a:t>通过 Hook 进行策略控制与限流</a:t>
              </a:r>
            </a:p>
          </p:txBody>
        </p:sp>
        <p:sp>
          <p:nvSpPr>
            <p:cNvPr id="37" name="p0-ocr-057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84575" y="14392398"/>
              <a:ext cx="2234077" cy="235757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1748" b="1">
                  <a:solidFill>
                    <a:srgbClr val="424347"/>
                  </a:solidFill>
                  <a:latin typeface="Microsoft YaHei"/>
                  <a:ea typeface="Microsoft YaHei"/>
                  <a:cs typeface="Microsoft YaHei"/>
                </a:rPr>
                <a:t>增强失败恢复与修复能力</a:t>
              </a:r>
            </a:p>
          </p:txBody>
        </p:sp>
        <p:sp>
          <p:nvSpPr>
            <p:cNvPr id="38" name="p0-ocr-06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84575" y="14695514"/>
              <a:ext cx="1639072" cy="235757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1763" b="1">
                  <a:solidFill>
                    <a:srgbClr val="47484B"/>
                  </a:solidFill>
                  <a:latin typeface="Microsoft YaHei"/>
                  <a:ea typeface="Microsoft YaHei"/>
                  <a:cs typeface="Microsoft YaHei"/>
                </a:rPr>
                <a:t>提升长任务可靠性</a:t>
              </a:r>
            </a:p>
          </p:txBody>
        </p:sp>
      </p:grpSp>
      <p:grpSp>
        <p:nvGrpSpPr>
          <p:cNvPr id="39" name="scene-unit-object-n120"/>
          <p:cNvGrpSpPr/>
          <p:nvPr/>
        </p:nvGrpSpPr>
        <p:grpSpPr>
          <a:xfrm xmlns:a="http://schemas.openxmlformats.org/drawingml/2006/main">
            <a:off x="8744189" y="9170796"/>
            <a:ext cx="3044927" cy="2146805"/>
            <a:chOff x="8744189" y="9170796"/>
            <a:chExt cx="3044927" cy="2146805"/>
          </a:xfrm>
        </p:grpSpPr>
        <p:sp>
          <p:nvSpPr>
            <p:cNvPr id="40" name="scene-container-object-n12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8745459" y="9172066"/>
              <a:ext cx="3042387" cy="2144265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717" y="0"/>
                  </a:moveTo>
                  <a:lnTo>
                    <a:pt x="21122" y="226"/>
                  </a:lnTo>
                  <a:lnTo>
                    <a:pt x="21600" y="1018"/>
                  </a:lnTo>
                  <a:lnTo>
                    <a:pt x="21520" y="20921"/>
                  </a:lnTo>
                  <a:lnTo>
                    <a:pt x="21441" y="21148"/>
                  </a:lnTo>
                  <a:lnTo>
                    <a:pt x="21042" y="21600"/>
                  </a:lnTo>
                  <a:lnTo>
                    <a:pt x="638" y="21487"/>
                  </a:lnTo>
                  <a:lnTo>
                    <a:pt x="80" y="20921"/>
                  </a:lnTo>
                  <a:lnTo>
                    <a:pt x="80" y="792"/>
                  </a:lnTo>
                  <a:lnTo>
                    <a:pt x="478" y="113"/>
                  </a:lnTo>
                  <a:close/>
                </a:path>
              </a:pathLst>
            </a:custGeom>
            <a:solidFill xmlns:a="http://schemas.openxmlformats.org/drawingml/2006/main">
              <a:srgbClr val="EEF8FD"/>
            </a:solidFill>
            <a:ln xmlns:a="http://schemas.openxmlformats.org/drawingml/2006/main">
              <a:noFill/>
            </a:ln>
          </p:spPr>
        </p:sp>
        <p:sp>
          <p:nvSpPr>
            <p:cNvPr id="41" name="scene-outline-object-n12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8745459" y="9172066"/>
              <a:ext cx="3042387" cy="2144265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717" y="0"/>
                  </a:moveTo>
                  <a:lnTo>
                    <a:pt x="21122" y="226"/>
                  </a:lnTo>
                  <a:lnTo>
                    <a:pt x="21600" y="1018"/>
                  </a:lnTo>
                  <a:lnTo>
                    <a:pt x="21520" y="20921"/>
                  </a:lnTo>
                  <a:lnTo>
                    <a:pt x="21441" y="21148"/>
                  </a:lnTo>
                  <a:lnTo>
                    <a:pt x="21042" y="21600"/>
                  </a:lnTo>
                  <a:lnTo>
                    <a:pt x="638" y="21487"/>
                  </a:lnTo>
                  <a:lnTo>
                    <a:pt x="80" y="20921"/>
                  </a:lnTo>
                  <a:lnTo>
                    <a:pt x="80" y="792"/>
                  </a:lnTo>
                  <a:lnTo>
                    <a:pt x="478" y="113"/>
                  </a:lnTo>
                  <a:close/>
                  <a:moveTo>
                    <a:pt x="797" y="339"/>
                  </a:moveTo>
                  <a:lnTo>
                    <a:pt x="239" y="1018"/>
                  </a:lnTo>
                  <a:lnTo>
                    <a:pt x="239" y="20469"/>
                  </a:lnTo>
                  <a:lnTo>
                    <a:pt x="478" y="21035"/>
                  </a:lnTo>
                  <a:lnTo>
                    <a:pt x="20883" y="21261"/>
                  </a:lnTo>
                  <a:lnTo>
                    <a:pt x="21281" y="20921"/>
                  </a:lnTo>
                  <a:lnTo>
                    <a:pt x="21361" y="1018"/>
                  </a:lnTo>
                  <a:lnTo>
                    <a:pt x="21122" y="565"/>
                  </a:lnTo>
                  <a:close/>
                </a:path>
              </a:pathLst>
            </a:custGeom>
            <a:solidFill xmlns:a="http://schemas.openxmlformats.org/drawingml/2006/main">
              <a:srgbClr val="BEDAEA"/>
            </a:solidFill>
            <a:ln xmlns:a="http://schemas.openxmlformats.org/drawingml/2006/main">
              <a:noFill/>
            </a:ln>
          </p:spPr>
        </p:sp>
        <p:sp>
          <p:nvSpPr>
            <p:cNvPr id="42" name="scene-outline-object-n120-paint-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8745459" y="9172066"/>
              <a:ext cx="3042387" cy="2144265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717" y="113"/>
                  </a:moveTo>
                  <a:lnTo>
                    <a:pt x="20883" y="226"/>
                  </a:lnTo>
                  <a:lnTo>
                    <a:pt x="20883" y="339"/>
                  </a:lnTo>
                  <a:lnTo>
                    <a:pt x="21201" y="452"/>
                  </a:lnTo>
                  <a:lnTo>
                    <a:pt x="21441" y="792"/>
                  </a:lnTo>
                  <a:lnTo>
                    <a:pt x="21441" y="1018"/>
                  </a:lnTo>
                  <a:lnTo>
                    <a:pt x="21520" y="1018"/>
                  </a:lnTo>
                  <a:lnTo>
                    <a:pt x="21520" y="20695"/>
                  </a:lnTo>
                  <a:lnTo>
                    <a:pt x="21441" y="20695"/>
                  </a:lnTo>
                  <a:lnTo>
                    <a:pt x="21441" y="21035"/>
                  </a:lnTo>
                  <a:lnTo>
                    <a:pt x="21281" y="21261"/>
                  </a:lnTo>
                  <a:lnTo>
                    <a:pt x="20962" y="21374"/>
                  </a:lnTo>
                  <a:lnTo>
                    <a:pt x="20962" y="21487"/>
                  </a:lnTo>
                  <a:lnTo>
                    <a:pt x="877" y="21487"/>
                  </a:lnTo>
                  <a:lnTo>
                    <a:pt x="877" y="21374"/>
                  </a:lnTo>
                  <a:lnTo>
                    <a:pt x="399" y="21261"/>
                  </a:lnTo>
                  <a:lnTo>
                    <a:pt x="239" y="21035"/>
                  </a:lnTo>
                  <a:lnTo>
                    <a:pt x="159" y="20582"/>
                  </a:lnTo>
                  <a:lnTo>
                    <a:pt x="80" y="20582"/>
                  </a:lnTo>
                  <a:lnTo>
                    <a:pt x="80" y="905"/>
                  </a:lnTo>
                  <a:lnTo>
                    <a:pt x="399" y="452"/>
                  </a:lnTo>
                  <a:lnTo>
                    <a:pt x="399" y="339"/>
                  </a:lnTo>
                  <a:lnTo>
                    <a:pt x="558" y="339"/>
                  </a:lnTo>
                  <a:lnTo>
                    <a:pt x="319" y="679"/>
                  </a:lnTo>
                  <a:lnTo>
                    <a:pt x="239" y="1131"/>
                  </a:lnTo>
                  <a:lnTo>
                    <a:pt x="159" y="1131"/>
                  </a:lnTo>
                  <a:lnTo>
                    <a:pt x="159" y="20356"/>
                  </a:lnTo>
                  <a:lnTo>
                    <a:pt x="239" y="20356"/>
                  </a:lnTo>
                  <a:lnTo>
                    <a:pt x="319" y="20921"/>
                  </a:lnTo>
                  <a:lnTo>
                    <a:pt x="478" y="21148"/>
                  </a:lnTo>
                  <a:lnTo>
                    <a:pt x="717" y="21148"/>
                  </a:lnTo>
                  <a:lnTo>
                    <a:pt x="717" y="21261"/>
                  </a:lnTo>
                  <a:lnTo>
                    <a:pt x="19448" y="21261"/>
                  </a:lnTo>
                  <a:lnTo>
                    <a:pt x="19448" y="21374"/>
                  </a:lnTo>
                  <a:lnTo>
                    <a:pt x="20803" y="21374"/>
                  </a:lnTo>
                  <a:lnTo>
                    <a:pt x="20803" y="21261"/>
                  </a:lnTo>
                  <a:lnTo>
                    <a:pt x="21201" y="21148"/>
                  </a:lnTo>
                  <a:lnTo>
                    <a:pt x="21361" y="20582"/>
                  </a:lnTo>
                  <a:lnTo>
                    <a:pt x="21441" y="20582"/>
                  </a:lnTo>
                  <a:lnTo>
                    <a:pt x="21441" y="1131"/>
                  </a:lnTo>
                  <a:lnTo>
                    <a:pt x="21042" y="565"/>
                  </a:lnTo>
                  <a:lnTo>
                    <a:pt x="21042" y="452"/>
                  </a:lnTo>
                  <a:lnTo>
                    <a:pt x="19049" y="452"/>
                  </a:lnTo>
                  <a:lnTo>
                    <a:pt x="19049" y="339"/>
                  </a:lnTo>
                  <a:lnTo>
                    <a:pt x="956" y="226"/>
                  </a:lnTo>
                  <a:lnTo>
                    <a:pt x="956" y="339"/>
                  </a:lnTo>
                  <a:lnTo>
                    <a:pt x="558" y="339"/>
                  </a:lnTo>
                  <a:close/>
                </a:path>
              </a:pathLst>
            </a:custGeom>
            <a:solidFill xmlns:a="http://schemas.openxmlformats.org/drawingml/2006/main">
              <a:srgbClr val="7B9CB2"/>
            </a:solidFill>
            <a:ln xmlns:a="http://schemas.openxmlformats.org/drawingml/2006/main">
              <a:noFill/>
            </a:ln>
          </p:spPr>
        </p:sp>
        <p:sp>
          <p:nvSpPr>
            <p:cNvPr id="43" name="p0-ocr-03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733392" y="9441503"/>
              <a:ext cx="1740110" cy="348022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" sz="1713" b="0">
                  <a:solidFill>
                    <a:srgbClr val="15191B"/>
                  </a:solidFill>
                  <a:latin typeface="Microsoft YaHei"/>
                  <a:ea typeface="Microsoft YaHei"/>
                  <a:cs typeface="Microsoft YaHei"/>
                </a:rPr>
                <a:t>OpenTelemetry</a:t>
              </a:r>
            </a:p>
          </p:txBody>
        </p:sp>
        <p:sp>
          <p:nvSpPr>
            <p:cNvPr id="44" name="p0-ocr-035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50652" y="10137547"/>
              <a:ext cx="1650298" cy="235757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1764" b="1">
                  <a:solidFill>
                    <a:srgbClr val="3A444F"/>
                  </a:solidFill>
                  <a:latin typeface="Microsoft YaHei"/>
                  <a:ea typeface="Microsoft YaHei"/>
                  <a:cs typeface="Microsoft YaHei"/>
                </a:rPr>
                <a:t>埋点与遥测上报</a:t>
              </a:r>
            </a:p>
          </p:txBody>
        </p:sp>
        <p:sp>
          <p:nvSpPr>
            <p:cNvPr id="45" name="p0-ocr-039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95558" y="10474343"/>
              <a:ext cx="1796243" cy="235757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1764" b="1">
                  <a:solidFill>
                    <a:srgbClr val="3D444E"/>
                  </a:solidFill>
                  <a:latin typeface="Microsoft YaHei"/>
                  <a:ea typeface="Microsoft YaHei"/>
                  <a:cs typeface="Microsoft YaHei"/>
                </a:rPr>
                <a:t>分类器与权限纳入</a:t>
              </a:r>
            </a:p>
          </p:txBody>
        </p:sp>
        <p:sp>
          <p:nvSpPr>
            <p:cNvPr id="46" name="p0-ocr-042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40464" y="10811138"/>
              <a:ext cx="1762564" cy="235757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1764" b="1">
                  <a:solidFill>
                    <a:srgbClr val="3D424C"/>
                  </a:solidFill>
                  <a:latin typeface="Microsoft YaHei"/>
                  <a:ea typeface="Microsoft YaHei"/>
                  <a:cs typeface="Microsoft YaHei"/>
                </a:rPr>
                <a:t>支撑运行可观测性</a:t>
              </a:r>
            </a:p>
          </p:txBody>
        </p:sp>
      </p:grpSp>
      <p:grpSp>
        <p:nvGrpSpPr>
          <p:cNvPr id="47" name="scene-unit-object-n119"/>
          <p:cNvGrpSpPr/>
          <p:nvPr/>
        </p:nvGrpSpPr>
        <p:grpSpPr>
          <a:xfrm xmlns:a="http://schemas.openxmlformats.org/drawingml/2006/main">
            <a:off x="5746708" y="9170796"/>
            <a:ext cx="2854076" cy="2135579"/>
            <a:chOff x="5746708" y="9170796"/>
            <a:chExt cx="2854076" cy="2135579"/>
          </a:xfrm>
        </p:grpSpPr>
        <p:sp>
          <p:nvSpPr>
            <p:cNvPr id="48" name="scene-container-object-n119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5747978" y="9172066"/>
              <a:ext cx="2851536" cy="2133039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7569" y="0"/>
                  </a:moveTo>
                  <a:lnTo>
                    <a:pt x="20920" y="114"/>
                  </a:lnTo>
                  <a:lnTo>
                    <a:pt x="21515" y="909"/>
                  </a:lnTo>
                  <a:lnTo>
                    <a:pt x="21515" y="20918"/>
                  </a:lnTo>
                  <a:lnTo>
                    <a:pt x="21175" y="21373"/>
                  </a:lnTo>
                  <a:lnTo>
                    <a:pt x="20835" y="21600"/>
                  </a:lnTo>
                  <a:lnTo>
                    <a:pt x="510" y="21486"/>
                  </a:lnTo>
                  <a:lnTo>
                    <a:pt x="0" y="20577"/>
                  </a:lnTo>
                  <a:lnTo>
                    <a:pt x="85" y="682"/>
                  </a:lnTo>
                  <a:lnTo>
                    <a:pt x="680" y="0"/>
                  </a:lnTo>
                  <a:close/>
                </a:path>
              </a:pathLst>
            </a:custGeom>
            <a:solidFill xmlns:a="http://schemas.openxmlformats.org/drawingml/2006/main">
              <a:srgbClr val="EEF7FD"/>
            </a:solidFill>
            <a:ln xmlns:a="http://schemas.openxmlformats.org/drawingml/2006/main">
              <a:noFill/>
            </a:ln>
          </p:spPr>
        </p:sp>
        <p:sp>
          <p:nvSpPr>
            <p:cNvPr id="49" name="scene-outline-object-n119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5747978" y="9172066"/>
              <a:ext cx="2851536" cy="2133039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7569" y="0"/>
                  </a:moveTo>
                  <a:lnTo>
                    <a:pt x="20920" y="114"/>
                  </a:lnTo>
                  <a:lnTo>
                    <a:pt x="21515" y="909"/>
                  </a:lnTo>
                  <a:lnTo>
                    <a:pt x="21515" y="20918"/>
                  </a:lnTo>
                  <a:lnTo>
                    <a:pt x="21175" y="21373"/>
                  </a:lnTo>
                  <a:lnTo>
                    <a:pt x="20835" y="21600"/>
                  </a:lnTo>
                  <a:lnTo>
                    <a:pt x="510" y="21486"/>
                  </a:lnTo>
                  <a:lnTo>
                    <a:pt x="0" y="20577"/>
                  </a:lnTo>
                  <a:lnTo>
                    <a:pt x="85" y="682"/>
                  </a:lnTo>
                  <a:lnTo>
                    <a:pt x="680" y="0"/>
                  </a:lnTo>
                  <a:close/>
                  <a:moveTo>
                    <a:pt x="595" y="341"/>
                  </a:moveTo>
                  <a:lnTo>
                    <a:pt x="255" y="1023"/>
                  </a:lnTo>
                  <a:lnTo>
                    <a:pt x="255" y="20577"/>
                  </a:lnTo>
                  <a:lnTo>
                    <a:pt x="510" y="21145"/>
                  </a:lnTo>
                  <a:lnTo>
                    <a:pt x="20835" y="21259"/>
                  </a:lnTo>
                  <a:lnTo>
                    <a:pt x="21260" y="20918"/>
                  </a:lnTo>
                  <a:lnTo>
                    <a:pt x="21260" y="909"/>
                  </a:lnTo>
                  <a:lnTo>
                    <a:pt x="20920" y="455"/>
                  </a:lnTo>
                  <a:close/>
                </a:path>
              </a:pathLst>
            </a:custGeom>
            <a:solidFill xmlns:a="http://schemas.openxmlformats.org/drawingml/2006/main">
              <a:srgbClr val="CBE4F5"/>
            </a:solidFill>
            <a:ln xmlns:a="http://schemas.openxmlformats.org/drawingml/2006/main">
              <a:noFill/>
            </a:ln>
          </p:spPr>
        </p:sp>
        <p:sp>
          <p:nvSpPr>
            <p:cNvPr id="50" name="scene-outline-object-n119-paint-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5747978" y="9172066"/>
              <a:ext cx="2851536" cy="2133039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20750" y="114"/>
                  </a:moveTo>
                  <a:lnTo>
                    <a:pt x="20750" y="227"/>
                  </a:lnTo>
                  <a:lnTo>
                    <a:pt x="21175" y="341"/>
                  </a:lnTo>
                  <a:lnTo>
                    <a:pt x="21345" y="568"/>
                  </a:lnTo>
                  <a:lnTo>
                    <a:pt x="21430" y="1023"/>
                  </a:lnTo>
                  <a:lnTo>
                    <a:pt x="21515" y="1023"/>
                  </a:lnTo>
                  <a:lnTo>
                    <a:pt x="21515" y="20691"/>
                  </a:lnTo>
                  <a:lnTo>
                    <a:pt x="20920" y="21486"/>
                  </a:lnTo>
                  <a:lnTo>
                    <a:pt x="680" y="21486"/>
                  </a:lnTo>
                  <a:lnTo>
                    <a:pt x="510" y="21259"/>
                  </a:lnTo>
                  <a:lnTo>
                    <a:pt x="255" y="21145"/>
                  </a:lnTo>
                  <a:lnTo>
                    <a:pt x="170" y="20804"/>
                  </a:lnTo>
                  <a:lnTo>
                    <a:pt x="85" y="20804"/>
                  </a:lnTo>
                  <a:lnTo>
                    <a:pt x="85" y="796"/>
                  </a:lnTo>
                  <a:lnTo>
                    <a:pt x="595" y="114"/>
                  </a:lnTo>
                  <a:lnTo>
                    <a:pt x="850" y="114"/>
                  </a:lnTo>
                  <a:lnTo>
                    <a:pt x="850" y="0"/>
                  </a:lnTo>
                  <a:lnTo>
                    <a:pt x="4082" y="0"/>
                  </a:lnTo>
                  <a:lnTo>
                    <a:pt x="4082" y="114"/>
                  </a:lnTo>
                  <a:close/>
                  <a:moveTo>
                    <a:pt x="5443" y="341"/>
                  </a:moveTo>
                  <a:lnTo>
                    <a:pt x="5443" y="227"/>
                  </a:lnTo>
                  <a:lnTo>
                    <a:pt x="765" y="227"/>
                  </a:lnTo>
                  <a:lnTo>
                    <a:pt x="765" y="341"/>
                  </a:lnTo>
                  <a:lnTo>
                    <a:pt x="510" y="341"/>
                  </a:lnTo>
                  <a:lnTo>
                    <a:pt x="425" y="682"/>
                  </a:lnTo>
                  <a:lnTo>
                    <a:pt x="255" y="796"/>
                  </a:lnTo>
                  <a:lnTo>
                    <a:pt x="255" y="20691"/>
                  </a:lnTo>
                  <a:lnTo>
                    <a:pt x="595" y="21145"/>
                  </a:lnTo>
                  <a:lnTo>
                    <a:pt x="595" y="21259"/>
                  </a:lnTo>
                  <a:lnTo>
                    <a:pt x="19729" y="21259"/>
                  </a:lnTo>
                  <a:lnTo>
                    <a:pt x="19729" y="21373"/>
                  </a:lnTo>
                  <a:lnTo>
                    <a:pt x="20750" y="21373"/>
                  </a:lnTo>
                  <a:lnTo>
                    <a:pt x="20920" y="21145"/>
                  </a:lnTo>
                  <a:lnTo>
                    <a:pt x="21175" y="21032"/>
                  </a:lnTo>
                  <a:lnTo>
                    <a:pt x="21260" y="20918"/>
                  </a:lnTo>
                  <a:lnTo>
                    <a:pt x="21260" y="20691"/>
                  </a:lnTo>
                  <a:lnTo>
                    <a:pt x="21345" y="20691"/>
                  </a:lnTo>
                  <a:lnTo>
                    <a:pt x="21345" y="1023"/>
                  </a:lnTo>
                  <a:lnTo>
                    <a:pt x="20920" y="455"/>
                  </a:lnTo>
                  <a:lnTo>
                    <a:pt x="20920" y="341"/>
                  </a:lnTo>
                  <a:close/>
                </a:path>
              </a:pathLst>
            </a:custGeom>
            <a:solidFill xmlns:a="http://schemas.openxmlformats.org/drawingml/2006/main">
              <a:srgbClr val="84A2B8"/>
            </a:solidFill>
            <a:ln xmlns:a="http://schemas.openxmlformats.org/drawingml/2006/main">
              <a:noFill/>
            </a:ln>
          </p:spPr>
        </p:sp>
        <p:sp>
          <p:nvSpPr>
            <p:cNvPr id="51" name="p0-ocr-029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85498">
              <a:off x="6836776" y="9447066"/>
              <a:ext cx="1128614" cy="320056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" sz="1814" b="1">
                  <a:solidFill>
                    <a:srgbClr val="13161A"/>
                  </a:solidFill>
                  <a:latin typeface="Microsoft YaHei"/>
                  <a:ea typeface="Microsoft YaHei"/>
                  <a:cs typeface="Microsoft YaHei"/>
                </a:rPr>
                <a:t>Worktree</a:t>
              </a:r>
            </a:p>
          </p:txBody>
        </p:sp>
        <p:sp>
          <p:nvSpPr>
            <p:cNvPr id="52" name="p0-ocr-034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98077" y="10137547"/>
              <a:ext cx="1538033" cy="235757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1764" b="1">
                  <a:solidFill>
                    <a:srgbClr val="373E47"/>
                  </a:solidFill>
                  <a:latin typeface="Microsoft YaHei"/>
                  <a:ea typeface="Microsoft YaHei"/>
                  <a:cs typeface="Microsoft YaHei"/>
                </a:rPr>
                <a:t>隔离的工作目录</a:t>
              </a:r>
            </a:p>
          </p:txBody>
        </p:sp>
        <p:sp>
          <p:nvSpPr>
            <p:cNvPr id="53" name="p0-ocr-038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98077" y="10474343"/>
              <a:ext cx="1549260" cy="235757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1764" b="1">
                  <a:solidFill>
                    <a:srgbClr val="3E454C"/>
                  </a:solidFill>
                  <a:latin typeface="Microsoft YaHei"/>
                  <a:ea typeface="Microsoft YaHei"/>
                  <a:cs typeface="Microsoft YaHei"/>
                </a:rPr>
                <a:t>并行修改与验证</a:t>
              </a:r>
            </a:p>
          </p:txBody>
        </p:sp>
        <p:sp>
          <p:nvSpPr>
            <p:cNvPr id="54" name="p0-ocr-04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09304" y="10811138"/>
              <a:ext cx="1324729" cy="235757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1764" b="1">
                  <a:solidFill>
                    <a:srgbClr val="3C4249"/>
                  </a:solidFill>
                  <a:latin typeface="Microsoft YaHei"/>
                  <a:ea typeface="Microsoft YaHei"/>
                  <a:cs typeface="Microsoft YaHei"/>
                </a:rPr>
                <a:t>降低冲突风险</a:t>
              </a:r>
            </a:p>
          </p:txBody>
        </p:sp>
      </p:grpSp>
      <p:grpSp>
        <p:nvGrpSpPr>
          <p:cNvPr id="55" name="scene-unit-object-n118"/>
          <p:cNvGrpSpPr/>
          <p:nvPr/>
        </p:nvGrpSpPr>
        <p:grpSpPr>
          <a:xfrm xmlns:a="http://schemas.openxmlformats.org/drawingml/2006/main">
            <a:off x="3041117" y="9170796"/>
            <a:ext cx="2562186" cy="2124352"/>
            <a:chOff x="3041117" y="9170796"/>
            <a:chExt cx="2562186" cy="2124352"/>
          </a:xfrm>
        </p:grpSpPr>
        <p:sp>
          <p:nvSpPr>
            <p:cNvPr id="56" name="scene-container-object-n118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3042387" y="9172066"/>
              <a:ext cx="2559646" cy="2121812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20747" y="0"/>
                  </a:moveTo>
                  <a:lnTo>
                    <a:pt x="21505" y="686"/>
                  </a:lnTo>
                  <a:lnTo>
                    <a:pt x="21505" y="20914"/>
                  </a:lnTo>
                  <a:lnTo>
                    <a:pt x="20937" y="21600"/>
                  </a:lnTo>
                  <a:lnTo>
                    <a:pt x="474" y="21486"/>
                  </a:lnTo>
                  <a:lnTo>
                    <a:pt x="189" y="21143"/>
                  </a:lnTo>
                  <a:lnTo>
                    <a:pt x="0" y="20686"/>
                  </a:lnTo>
                  <a:lnTo>
                    <a:pt x="95" y="686"/>
                  </a:lnTo>
                  <a:lnTo>
                    <a:pt x="758" y="0"/>
                  </a:lnTo>
                  <a:close/>
                </a:path>
              </a:pathLst>
            </a:custGeom>
            <a:solidFill xmlns:a="http://schemas.openxmlformats.org/drawingml/2006/main">
              <a:srgbClr val="F1F7FC"/>
            </a:solidFill>
            <a:ln xmlns:a="http://schemas.openxmlformats.org/drawingml/2006/main">
              <a:noFill/>
            </a:ln>
          </p:spPr>
        </p:sp>
        <p:sp>
          <p:nvSpPr>
            <p:cNvPr id="57" name="scene-outline-object-n118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3042387" y="9172066"/>
              <a:ext cx="2559646" cy="2121812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20747" y="0"/>
                  </a:moveTo>
                  <a:lnTo>
                    <a:pt x="21505" y="686"/>
                  </a:lnTo>
                  <a:lnTo>
                    <a:pt x="21505" y="20914"/>
                  </a:lnTo>
                  <a:lnTo>
                    <a:pt x="20937" y="21600"/>
                  </a:lnTo>
                  <a:lnTo>
                    <a:pt x="474" y="21486"/>
                  </a:lnTo>
                  <a:lnTo>
                    <a:pt x="189" y="21143"/>
                  </a:lnTo>
                  <a:lnTo>
                    <a:pt x="0" y="20686"/>
                  </a:lnTo>
                  <a:lnTo>
                    <a:pt x="95" y="686"/>
                  </a:lnTo>
                  <a:lnTo>
                    <a:pt x="758" y="0"/>
                  </a:lnTo>
                  <a:close/>
                  <a:moveTo>
                    <a:pt x="758" y="343"/>
                  </a:moveTo>
                  <a:lnTo>
                    <a:pt x="284" y="914"/>
                  </a:lnTo>
                  <a:lnTo>
                    <a:pt x="284" y="20686"/>
                  </a:lnTo>
                  <a:lnTo>
                    <a:pt x="663" y="21257"/>
                  </a:lnTo>
                  <a:lnTo>
                    <a:pt x="20937" y="21257"/>
                  </a:lnTo>
                  <a:lnTo>
                    <a:pt x="21221" y="20914"/>
                  </a:lnTo>
                  <a:lnTo>
                    <a:pt x="21316" y="914"/>
                  </a:lnTo>
                  <a:lnTo>
                    <a:pt x="21032" y="457"/>
                  </a:lnTo>
                  <a:close/>
                </a:path>
              </a:pathLst>
            </a:custGeom>
            <a:solidFill xmlns:a="http://schemas.openxmlformats.org/drawingml/2006/main">
              <a:srgbClr val="B8CFE1"/>
            </a:solidFill>
            <a:ln xmlns:a="http://schemas.openxmlformats.org/drawingml/2006/main">
              <a:noFill/>
            </a:ln>
          </p:spPr>
        </p:sp>
        <p:sp>
          <p:nvSpPr>
            <p:cNvPr id="58" name="scene-outline-object-n118-paint-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3042387" y="9172066"/>
              <a:ext cx="2559646" cy="2121812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10137" y="0"/>
                  </a:moveTo>
                  <a:lnTo>
                    <a:pt x="10137" y="114"/>
                  </a:lnTo>
                  <a:lnTo>
                    <a:pt x="20937" y="114"/>
                  </a:lnTo>
                  <a:lnTo>
                    <a:pt x="21505" y="800"/>
                  </a:lnTo>
                  <a:lnTo>
                    <a:pt x="21505" y="20800"/>
                  </a:lnTo>
                  <a:lnTo>
                    <a:pt x="21126" y="21257"/>
                  </a:lnTo>
                  <a:lnTo>
                    <a:pt x="21126" y="21371"/>
                  </a:lnTo>
                  <a:lnTo>
                    <a:pt x="20937" y="21371"/>
                  </a:lnTo>
                  <a:lnTo>
                    <a:pt x="21316" y="20914"/>
                  </a:lnTo>
                  <a:lnTo>
                    <a:pt x="21316" y="20686"/>
                  </a:lnTo>
                  <a:lnTo>
                    <a:pt x="21411" y="20686"/>
                  </a:lnTo>
                  <a:lnTo>
                    <a:pt x="21411" y="1143"/>
                  </a:lnTo>
                  <a:lnTo>
                    <a:pt x="21316" y="1143"/>
                  </a:lnTo>
                  <a:lnTo>
                    <a:pt x="21221" y="571"/>
                  </a:lnTo>
                  <a:lnTo>
                    <a:pt x="20747" y="343"/>
                  </a:lnTo>
                  <a:lnTo>
                    <a:pt x="20747" y="229"/>
                  </a:lnTo>
                  <a:lnTo>
                    <a:pt x="758" y="229"/>
                  </a:lnTo>
                  <a:lnTo>
                    <a:pt x="189" y="914"/>
                  </a:lnTo>
                  <a:lnTo>
                    <a:pt x="189" y="20686"/>
                  </a:lnTo>
                  <a:lnTo>
                    <a:pt x="758" y="21371"/>
                  </a:lnTo>
                  <a:lnTo>
                    <a:pt x="20937" y="21371"/>
                  </a:lnTo>
                  <a:lnTo>
                    <a:pt x="20937" y="21486"/>
                  </a:lnTo>
                  <a:lnTo>
                    <a:pt x="20558" y="21486"/>
                  </a:lnTo>
                  <a:lnTo>
                    <a:pt x="20558" y="21600"/>
                  </a:lnTo>
                  <a:lnTo>
                    <a:pt x="6347" y="21486"/>
                  </a:lnTo>
                  <a:lnTo>
                    <a:pt x="6347" y="21600"/>
                  </a:lnTo>
                  <a:lnTo>
                    <a:pt x="1137" y="21600"/>
                  </a:lnTo>
                  <a:lnTo>
                    <a:pt x="1137" y="21486"/>
                  </a:lnTo>
                  <a:lnTo>
                    <a:pt x="474" y="21371"/>
                  </a:lnTo>
                  <a:lnTo>
                    <a:pt x="189" y="21029"/>
                  </a:lnTo>
                  <a:lnTo>
                    <a:pt x="189" y="20800"/>
                  </a:lnTo>
                  <a:lnTo>
                    <a:pt x="95" y="20800"/>
                  </a:lnTo>
                  <a:lnTo>
                    <a:pt x="95" y="800"/>
                  </a:lnTo>
                  <a:lnTo>
                    <a:pt x="663" y="114"/>
                  </a:lnTo>
                  <a:lnTo>
                    <a:pt x="947" y="114"/>
                  </a:lnTo>
                  <a:lnTo>
                    <a:pt x="947" y="0"/>
                  </a:lnTo>
                  <a:close/>
                </a:path>
              </a:pathLst>
            </a:custGeom>
            <a:solidFill xmlns:a="http://schemas.openxmlformats.org/drawingml/2006/main">
              <a:srgbClr val="7A95AC"/>
            </a:solidFill>
            <a:ln xmlns:a="http://schemas.openxmlformats.org/drawingml/2006/main">
              <a:noFill/>
            </a:ln>
          </p:spPr>
        </p:sp>
        <p:sp>
          <p:nvSpPr>
            <p:cNvPr id="59" name="p0-ocr-028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88530" y="9441503"/>
              <a:ext cx="696044" cy="325569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" sz="1846" b="1">
                  <a:solidFill>
                    <a:srgbClr val="111212"/>
                  </a:solidFill>
                  <a:latin typeface="Microsoft YaHei"/>
                  <a:ea typeface="Microsoft YaHei"/>
                  <a:cs typeface="Microsoft YaHei"/>
                </a:rPr>
                <a:t>Hook</a:t>
              </a:r>
            </a:p>
          </p:txBody>
        </p:sp>
        <p:sp>
          <p:nvSpPr>
            <p:cNvPr id="60" name="p0-ocr-033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35315" y="10126320"/>
              <a:ext cx="1616619" cy="269436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1988" b="1">
                  <a:solidFill>
                    <a:srgbClr val="3A3F4A"/>
                  </a:solidFill>
                  <a:latin typeface="Microsoft YaHei"/>
                  <a:ea typeface="Microsoft YaHei"/>
                  <a:cs typeface="Microsoft YaHei"/>
                </a:rPr>
                <a:t>事件拦截与扩展</a:t>
              </a:r>
            </a:p>
          </p:txBody>
        </p:sp>
        <p:sp>
          <p:nvSpPr>
            <p:cNvPr id="61" name="p0-ocr-037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36354" y="10474343"/>
              <a:ext cx="1504354" cy="235757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1764" b="1">
                  <a:solidFill>
                    <a:srgbClr val="3D414B"/>
                  </a:solidFill>
                  <a:latin typeface="Microsoft YaHei"/>
                  <a:ea typeface="Microsoft YaHei"/>
                  <a:cs typeface="Microsoft YaHei"/>
                </a:rPr>
                <a:t>策略控制与限流</a:t>
              </a:r>
            </a:p>
          </p:txBody>
        </p:sp>
        <p:sp>
          <p:nvSpPr>
            <p:cNvPr id="62" name="p0-ocr-04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68994" y="10811138"/>
              <a:ext cx="1369635" cy="235757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1764" b="1">
                  <a:solidFill>
                    <a:srgbClr val="3E444D"/>
                  </a:solidFill>
                  <a:latin typeface="Microsoft YaHei"/>
                  <a:ea typeface="Microsoft YaHei"/>
                  <a:cs typeface="Microsoft YaHei"/>
                </a:rPr>
                <a:t>保障执行安全</a:t>
              </a:r>
            </a:p>
          </p:txBody>
        </p:sp>
      </p:grpSp>
      <p:grpSp>
        <p:nvGrpSpPr>
          <p:cNvPr id="63" name="scene-unit-object-n107"/>
          <p:cNvGrpSpPr/>
          <p:nvPr/>
        </p:nvGrpSpPr>
        <p:grpSpPr>
          <a:xfrm xmlns:a="http://schemas.openxmlformats.org/drawingml/2006/main">
            <a:off x="4208675" y="4455658"/>
            <a:ext cx="3774650" cy="1282363"/>
            <a:chOff x="4208675" y="4455658"/>
            <a:chExt cx="3774650" cy="1282363"/>
          </a:xfrm>
        </p:grpSpPr>
        <p:sp>
          <p:nvSpPr>
            <p:cNvPr id="64" name="scene-container-object-n107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209945" y="4456928"/>
              <a:ext cx="3772110" cy="1279823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20829" y="0"/>
                  </a:moveTo>
                  <a:lnTo>
                    <a:pt x="21536" y="1705"/>
                  </a:lnTo>
                  <a:lnTo>
                    <a:pt x="21536" y="20084"/>
                  </a:lnTo>
                  <a:lnTo>
                    <a:pt x="21086" y="21221"/>
                  </a:lnTo>
                  <a:lnTo>
                    <a:pt x="17229" y="21600"/>
                  </a:lnTo>
                  <a:lnTo>
                    <a:pt x="643" y="21411"/>
                  </a:lnTo>
                  <a:lnTo>
                    <a:pt x="129" y="20463"/>
                  </a:lnTo>
                  <a:lnTo>
                    <a:pt x="64" y="19895"/>
                  </a:lnTo>
                  <a:lnTo>
                    <a:pt x="64" y="1516"/>
                  </a:lnTo>
                  <a:lnTo>
                    <a:pt x="707" y="0"/>
                  </a:lnTo>
                  <a:close/>
                </a:path>
              </a:pathLst>
            </a:custGeom>
            <a:solidFill xmlns:a="http://schemas.openxmlformats.org/drawingml/2006/main">
              <a:srgbClr val="FFF7F4"/>
            </a:solidFill>
            <a:ln xmlns:a="http://schemas.openxmlformats.org/drawingml/2006/main">
              <a:noFill/>
            </a:ln>
          </p:spPr>
        </p:sp>
        <p:sp>
          <p:nvSpPr>
            <p:cNvPr id="65" name="scene-outline-object-n107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209945" y="4456928"/>
              <a:ext cx="3772110" cy="1279823"/>
            </a:xfrm>
            <a:custGeom xmlns:a="http://schemas.openxmlformats.org/drawingml/2006/main">
              <a:avLst/>
              <a:gdLst>
                <a:gd name="ctPortXp2537193" fmla="*/ w 2537193 3772110"/>
                <a:gd name="ctPortYp1277995" fmla="*/ h 1277995 1279823"/>
                <a:gd name="ctPortYp1275472" fmla="*/ h 1275472 1279823"/>
                <a:gd name="ctPortXp875668" fmla="*/ w 875668 3772110"/>
                <a:gd name="ctPortYp1271555" fmla="*/ h 1271555 1279823"/>
              </a:gdLst>
              <a:ahLst/>
              <a:cxnLst>
                <a:cxn ang="5400000">
                  <a:pos x="ctPortXp2537193" y="ctPortYp1277995"/>
                </a:cxn>
                <a:cxn ang="5400000">
                  <a:pos x="hc" y="ctPortYp1275472"/>
                </a:cxn>
                <a:cxn ang="5400000">
                  <a:pos x="ctPortXp875668" y="ctPortYp1271555"/>
                </a:cxn>
              </a:cxnLst>
              <a:rect l="l" t="t" r="r" b="b"/>
              <a:pathLst>
                <a:path w="21600" h="21600">
                  <a:moveTo>
                    <a:pt x="20829" y="0"/>
                  </a:moveTo>
                  <a:lnTo>
                    <a:pt x="21536" y="1705"/>
                  </a:lnTo>
                  <a:lnTo>
                    <a:pt x="21536" y="20084"/>
                  </a:lnTo>
                  <a:lnTo>
                    <a:pt x="21086" y="21221"/>
                  </a:lnTo>
                  <a:lnTo>
                    <a:pt x="17229" y="21600"/>
                  </a:lnTo>
                  <a:lnTo>
                    <a:pt x="643" y="21411"/>
                  </a:lnTo>
                  <a:lnTo>
                    <a:pt x="129" y="20463"/>
                  </a:lnTo>
                  <a:lnTo>
                    <a:pt x="64" y="19895"/>
                  </a:lnTo>
                  <a:lnTo>
                    <a:pt x="64" y="1516"/>
                  </a:lnTo>
                  <a:lnTo>
                    <a:pt x="707" y="0"/>
                  </a:lnTo>
                  <a:close/>
                  <a:moveTo>
                    <a:pt x="643" y="947"/>
                  </a:moveTo>
                  <a:lnTo>
                    <a:pt x="257" y="2274"/>
                  </a:lnTo>
                  <a:lnTo>
                    <a:pt x="257" y="18947"/>
                  </a:lnTo>
                  <a:lnTo>
                    <a:pt x="643" y="20463"/>
                  </a:lnTo>
                  <a:lnTo>
                    <a:pt x="20057" y="20653"/>
                  </a:lnTo>
                  <a:lnTo>
                    <a:pt x="21086" y="20274"/>
                  </a:lnTo>
                  <a:lnTo>
                    <a:pt x="21343" y="18947"/>
                  </a:lnTo>
                  <a:lnTo>
                    <a:pt x="21279" y="1705"/>
                  </a:lnTo>
                  <a:lnTo>
                    <a:pt x="20957" y="947"/>
                  </a:lnTo>
                  <a:close/>
                </a:path>
              </a:pathLst>
            </a:custGeom>
            <a:solidFill xmlns:a="http://schemas.openxmlformats.org/drawingml/2006/main">
              <a:srgbClr val="F4CCB8"/>
            </a:solidFill>
            <a:ln xmlns:a="http://schemas.openxmlformats.org/drawingml/2006/main">
              <a:noFill/>
            </a:ln>
          </p:spPr>
        </p:sp>
        <p:sp>
          <p:nvSpPr>
            <p:cNvPr id="66" name="scene-outline-object-n107-paint-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209945" y="4456928"/>
              <a:ext cx="3772110" cy="1279823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1029" y="379"/>
                  </a:moveTo>
                  <a:lnTo>
                    <a:pt x="1029" y="189"/>
                  </a:lnTo>
                  <a:lnTo>
                    <a:pt x="17679" y="189"/>
                  </a:lnTo>
                  <a:lnTo>
                    <a:pt x="17679" y="379"/>
                  </a:lnTo>
                  <a:lnTo>
                    <a:pt x="17743" y="189"/>
                  </a:lnTo>
                  <a:lnTo>
                    <a:pt x="17807" y="379"/>
                  </a:lnTo>
                  <a:lnTo>
                    <a:pt x="17871" y="189"/>
                  </a:lnTo>
                  <a:lnTo>
                    <a:pt x="17936" y="379"/>
                  </a:lnTo>
                  <a:lnTo>
                    <a:pt x="18000" y="189"/>
                  </a:lnTo>
                  <a:lnTo>
                    <a:pt x="18064" y="379"/>
                  </a:lnTo>
                  <a:lnTo>
                    <a:pt x="18129" y="189"/>
                  </a:lnTo>
                  <a:lnTo>
                    <a:pt x="18193" y="379"/>
                  </a:lnTo>
                  <a:lnTo>
                    <a:pt x="18257" y="189"/>
                  </a:lnTo>
                  <a:lnTo>
                    <a:pt x="18321" y="379"/>
                  </a:lnTo>
                  <a:lnTo>
                    <a:pt x="18386" y="189"/>
                  </a:lnTo>
                  <a:lnTo>
                    <a:pt x="18450" y="379"/>
                  </a:lnTo>
                  <a:lnTo>
                    <a:pt x="18514" y="189"/>
                  </a:lnTo>
                  <a:lnTo>
                    <a:pt x="18579" y="379"/>
                  </a:lnTo>
                  <a:lnTo>
                    <a:pt x="18643" y="189"/>
                  </a:lnTo>
                  <a:lnTo>
                    <a:pt x="18707" y="379"/>
                  </a:lnTo>
                  <a:lnTo>
                    <a:pt x="18771" y="189"/>
                  </a:lnTo>
                  <a:lnTo>
                    <a:pt x="18836" y="379"/>
                  </a:lnTo>
                  <a:lnTo>
                    <a:pt x="18900" y="189"/>
                  </a:lnTo>
                  <a:lnTo>
                    <a:pt x="18964" y="379"/>
                  </a:lnTo>
                  <a:lnTo>
                    <a:pt x="19029" y="189"/>
                  </a:lnTo>
                  <a:lnTo>
                    <a:pt x="19093" y="379"/>
                  </a:lnTo>
                  <a:lnTo>
                    <a:pt x="19157" y="189"/>
                  </a:lnTo>
                  <a:lnTo>
                    <a:pt x="19221" y="379"/>
                  </a:lnTo>
                  <a:lnTo>
                    <a:pt x="19286" y="189"/>
                  </a:lnTo>
                  <a:lnTo>
                    <a:pt x="19350" y="379"/>
                  </a:lnTo>
                  <a:lnTo>
                    <a:pt x="19414" y="189"/>
                  </a:lnTo>
                  <a:lnTo>
                    <a:pt x="19479" y="379"/>
                  </a:lnTo>
                  <a:lnTo>
                    <a:pt x="19543" y="189"/>
                  </a:lnTo>
                  <a:lnTo>
                    <a:pt x="19800" y="379"/>
                  </a:lnTo>
                  <a:lnTo>
                    <a:pt x="19864" y="189"/>
                  </a:lnTo>
                  <a:lnTo>
                    <a:pt x="19864" y="379"/>
                  </a:lnTo>
                  <a:lnTo>
                    <a:pt x="20957" y="379"/>
                  </a:lnTo>
                  <a:lnTo>
                    <a:pt x="20957" y="568"/>
                  </a:lnTo>
                  <a:lnTo>
                    <a:pt x="21214" y="758"/>
                  </a:lnTo>
                  <a:lnTo>
                    <a:pt x="21407" y="1326"/>
                  </a:lnTo>
                  <a:lnTo>
                    <a:pt x="21471" y="2463"/>
                  </a:lnTo>
                  <a:lnTo>
                    <a:pt x="21536" y="2463"/>
                  </a:lnTo>
                  <a:lnTo>
                    <a:pt x="21536" y="18947"/>
                  </a:lnTo>
                  <a:lnTo>
                    <a:pt x="21471" y="18947"/>
                  </a:lnTo>
                  <a:lnTo>
                    <a:pt x="21471" y="19705"/>
                  </a:lnTo>
                  <a:lnTo>
                    <a:pt x="21150" y="20653"/>
                  </a:lnTo>
                  <a:lnTo>
                    <a:pt x="21150" y="20842"/>
                  </a:lnTo>
                  <a:lnTo>
                    <a:pt x="20957" y="20842"/>
                  </a:lnTo>
                  <a:lnTo>
                    <a:pt x="20957" y="21032"/>
                  </a:lnTo>
                  <a:lnTo>
                    <a:pt x="14657" y="21032"/>
                  </a:lnTo>
                  <a:lnTo>
                    <a:pt x="14657" y="21411"/>
                  </a:lnTo>
                  <a:lnTo>
                    <a:pt x="14464" y="21600"/>
                  </a:lnTo>
                  <a:lnTo>
                    <a:pt x="14400" y="21032"/>
                  </a:lnTo>
                  <a:lnTo>
                    <a:pt x="10929" y="21032"/>
                  </a:lnTo>
                  <a:lnTo>
                    <a:pt x="10929" y="21600"/>
                  </a:lnTo>
                  <a:lnTo>
                    <a:pt x="10736" y="21600"/>
                  </a:lnTo>
                  <a:lnTo>
                    <a:pt x="10671" y="21032"/>
                  </a:lnTo>
                  <a:lnTo>
                    <a:pt x="5207" y="21032"/>
                  </a:lnTo>
                  <a:lnTo>
                    <a:pt x="5143" y="21411"/>
                  </a:lnTo>
                  <a:lnTo>
                    <a:pt x="4950" y="21221"/>
                  </a:lnTo>
                  <a:lnTo>
                    <a:pt x="4950" y="21032"/>
                  </a:lnTo>
                  <a:lnTo>
                    <a:pt x="643" y="21032"/>
                  </a:lnTo>
                  <a:lnTo>
                    <a:pt x="514" y="20653"/>
                  </a:lnTo>
                  <a:lnTo>
                    <a:pt x="321" y="20463"/>
                  </a:lnTo>
                  <a:lnTo>
                    <a:pt x="193" y="19516"/>
                  </a:lnTo>
                  <a:lnTo>
                    <a:pt x="64" y="19137"/>
                  </a:lnTo>
                  <a:lnTo>
                    <a:pt x="64" y="2274"/>
                  </a:lnTo>
                  <a:lnTo>
                    <a:pt x="129" y="2274"/>
                  </a:lnTo>
                  <a:lnTo>
                    <a:pt x="193" y="1326"/>
                  </a:lnTo>
                  <a:lnTo>
                    <a:pt x="386" y="758"/>
                  </a:lnTo>
                  <a:lnTo>
                    <a:pt x="643" y="568"/>
                  </a:lnTo>
                  <a:lnTo>
                    <a:pt x="643" y="379"/>
                  </a:lnTo>
                  <a:close/>
                  <a:moveTo>
                    <a:pt x="643" y="758"/>
                  </a:moveTo>
                  <a:lnTo>
                    <a:pt x="257" y="1895"/>
                  </a:lnTo>
                  <a:lnTo>
                    <a:pt x="257" y="2463"/>
                  </a:lnTo>
                  <a:lnTo>
                    <a:pt x="193" y="2463"/>
                  </a:lnTo>
                  <a:lnTo>
                    <a:pt x="193" y="18758"/>
                  </a:lnTo>
                  <a:lnTo>
                    <a:pt x="257" y="18758"/>
                  </a:lnTo>
                  <a:lnTo>
                    <a:pt x="321" y="19895"/>
                  </a:lnTo>
                  <a:lnTo>
                    <a:pt x="450" y="20274"/>
                  </a:lnTo>
                  <a:lnTo>
                    <a:pt x="707" y="20463"/>
                  </a:lnTo>
                  <a:lnTo>
                    <a:pt x="707" y="20653"/>
                  </a:lnTo>
                  <a:lnTo>
                    <a:pt x="20893" y="20653"/>
                  </a:lnTo>
                  <a:lnTo>
                    <a:pt x="20893" y="20463"/>
                  </a:lnTo>
                  <a:lnTo>
                    <a:pt x="21150" y="20274"/>
                  </a:lnTo>
                  <a:lnTo>
                    <a:pt x="21279" y="19895"/>
                  </a:lnTo>
                  <a:lnTo>
                    <a:pt x="21343" y="18947"/>
                  </a:lnTo>
                  <a:lnTo>
                    <a:pt x="21407" y="18947"/>
                  </a:lnTo>
                  <a:lnTo>
                    <a:pt x="21407" y="2463"/>
                  </a:lnTo>
                  <a:lnTo>
                    <a:pt x="21343" y="2463"/>
                  </a:lnTo>
                  <a:lnTo>
                    <a:pt x="21279" y="1516"/>
                  </a:lnTo>
                  <a:lnTo>
                    <a:pt x="21086" y="947"/>
                  </a:lnTo>
                  <a:lnTo>
                    <a:pt x="20957" y="947"/>
                  </a:lnTo>
                  <a:lnTo>
                    <a:pt x="20957" y="758"/>
                  </a:lnTo>
                  <a:close/>
                </a:path>
              </a:pathLst>
            </a:custGeom>
            <a:solidFill xmlns:a="http://schemas.openxmlformats.org/drawingml/2006/main">
              <a:srgbClr val="9E5B45"/>
            </a:solidFill>
            <a:ln xmlns:a="http://schemas.openxmlformats.org/drawingml/2006/main">
              <a:noFill/>
            </a:ln>
          </p:spPr>
        </p:sp>
        <p:sp>
          <p:nvSpPr>
            <p:cNvPr id="67" name="p0-ocr-009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92884" y="4692685"/>
              <a:ext cx="943028" cy="415381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2355" b="1">
                  <a:solidFill>
                    <a:srgbClr val="1A1817"/>
                  </a:solidFill>
                  <a:latin typeface="Microsoft YaHei"/>
                  <a:ea typeface="Microsoft YaHei"/>
                  <a:cs typeface="Microsoft YaHei"/>
                </a:rPr>
                <a:t>主会话</a:t>
              </a:r>
            </a:p>
          </p:txBody>
        </p:sp>
        <p:sp>
          <p:nvSpPr>
            <p:cNvPr id="68" name="p0-ocr-013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26564" y="5152972"/>
              <a:ext cx="1627845" cy="303116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" sz="1718" b="0">
                  <a:solidFill>
                    <a:srgbClr val="191816"/>
                  </a:solidFill>
                  <a:latin typeface="Microsoft YaHei"/>
                  <a:ea typeface="Microsoft YaHei"/>
                  <a:cs typeface="Microsoft YaHei"/>
                </a:rPr>
                <a:t>Claude Code</a:t>
              </a:r>
            </a:p>
          </p:txBody>
        </p:sp>
      </p:grpSp>
      <p:grpSp>
        <p:nvGrpSpPr>
          <p:cNvPr id="69" name="scene-unit-region-n5"/>
          <p:cNvGrpSpPr/>
          <p:nvPr/>
        </p:nvGrpSpPr>
        <p:grpSpPr>
          <a:xfrm xmlns:a="http://schemas.openxmlformats.org/drawingml/2006/main">
            <a:off x="9058531" y="4489338"/>
            <a:ext cx="2708131" cy="1282363"/>
            <a:chOff x="9058531" y="4489338"/>
            <a:chExt cx="2708131" cy="1282363"/>
          </a:xfrm>
        </p:grpSpPr>
        <p:sp>
          <p:nvSpPr>
            <p:cNvPr id="70" name="scene-container-region-n5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9059801" y="4490608"/>
              <a:ext cx="2705591" cy="1279823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179" y="0"/>
                  </a:moveTo>
                  <a:lnTo>
                    <a:pt x="1524" y="189"/>
                  </a:lnTo>
                  <a:lnTo>
                    <a:pt x="1613" y="379"/>
                  </a:lnTo>
                  <a:lnTo>
                    <a:pt x="1703" y="189"/>
                  </a:lnTo>
                  <a:lnTo>
                    <a:pt x="1793" y="379"/>
                  </a:lnTo>
                  <a:lnTo>
                    <a:pt x="1793" y="189"/>
                  </a:lnTo>
                  <a:lnTo>
                    <a:pt x="2061" y="189"/>
                  </a:lnTo>
                  <a:lnTo>
                    <a:pt x="2061" y="379"/>
                  </a:lnTo>
                  <a:lnTo>
                    <a:pt x="20973" y="379"/>
                  </a:lnTo>
                  <a:lnTo>
                    <a:pt x="21421" y="1326"/>
                  </a:lnTo>
                  <a:lnTo>
                    <a:pt x="21510" y="1326"/>
                  </a:lnTo>
                  <a:lnTo>
                    <a:pt x="21510" y="1895"/>
                  </a:lnTo>
                  <a:lnTo>
                    <a:pt x="21421" y="1895"/>
                  </a:lnTo>
                  <a:lnTo>
                    <a:pt x="21421" y="20842"/>
                  </a:lnTo>
                  <a:lnTo>
                    <a:pt x="21600" y="20653"/>
                  </a:lnTo>
                  <a:lnTo>
                    <a:pt x="21600" y="21221"/>
                  </a:lnTo>
                  <a:lnTo>
                    <a:pt x="21331" y="21411"/>
                  </a:lnTo>
                  <a:lnTo>
                    <a:pt x="21331" y="21600"/>
                  </a:lnTo>
                  <a:lnTo>
                    <a:pt x="21062" y="21600"/>
                  </a:lnTo>
                  <a:lnTo>
                    <a:pt x="21152" y="21221"/>
                  </a:lnTo>
                  <a:lnTo>
                    <a:pt x="20973" y="21221"/>
                  </a:lnTo>
                  <a:lnTo>
                    <a:pt x="20973" y="21411"/>
                  </a:lnTo>
                  <a:lnTo>
                    <a:pt x="627" y="21411"/>
                  </a:lnTo>
                  <a:lnTo>
                    <a:pt x="627" y="21600"/>
                  </a:lnTo>
                  <a:lnTo>
                    <a:pt x="90" y="21600"/>
                  </a:lnTo>
                  <a:lnTo>
                    <a:pt x="90" y="21411"/>
                  </a:lnTo>
                  <a:lnTo>
                    <a:pt x="448" y="21411"/>
                  </a:lnTo>
                  <a:lnTo>
                    <a:pt x="448" y="21221"/>
                  </a:lnTo>
                  <a:lnTo>
                    <a:pt x="179" y="21221"/>
                  </a:lnTo>
                  <a:lnTo>
                    <a:pt x="179" y="20842"/>
                  </a:lnTo>
                  <a:lnTo>
                    <a:pt x="0" y="20463"/>
                  </a:lnTo>
                  <a:lnTo>
                    <a:pt x="0" y="1326"/>
                  </a:lnTo>
                  <a:lnTo>
                    <a:pt x="90" y="1326"/>
                  </a:lnTo>
                  <a:lnTo>
                    <a:pt x="90" y="758"/>
                  </a:lnTo>
                  <a:lnTo>
                    <a:pt x="359" y="568"/>
                  </a:lnTo>
                  <a:lnTo>
                    <a:pt x="359" y="379"/>
                  </a:lnTo>
                  <a:lnTo>
                    <a:pt x="90" y="379"/>
                  </a:lnTo>
                  <a:close/>
                </a:path>
              </a:pathLst>
            </a:custGeom>
            <a:solidFill xmlns:a="http://schemas.openxmlformats.org/drawingml/2006/main">
              <a:srgbClr val="FCE8DD"/>
            </a:solidFill>
            <a:ln xmlns:a="http://schemas.openxmlformats.org/drawingml/2006/main">
              <a:noFill/>
            </a:ln>
          </p:spPr>
        </p:sp>
        <p:sp>
          <p:nvSpPr>
            <p:cNvPr id="71" name="p0-ocr-01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61878" y="4636552"/>
              <a:ext cx="1661525" cy="269436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2015" b="1">
                  <a:solidFill>
                    <a:srgbClr val="453731"/>
                  </a:solidFill>
                  <a:latin typeface="Microsoft YaHei"/>
                  <a:ea typeface="Microsoft YaHei"/>
                  <a:cs typeface="Microsoft YaHei"/>
                </a:rPr>
                <a:t>任务拆解与规划</a:t>
              </a:r>
            </a:p>
          </p:txBody>
        </p:sp>
        <p:sp>
          <p:nvSpPr>
            <p:cNvPr id="72" name="p0-ocr-01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84331" y="4984575"/>
              <a:ext cx="2166718" cy="280663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1591" b="1">
                  <a:solidFill>
                    <a:srgbClr val="E29D79">
                      <a:alpha val="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分</a:t>
              </a:r>
              <a:r>
                <a:rPr lang="zh-CN" sz="1591" b="1">
                  <a:solidFill>
                    <a:srgbClr val="847973">
                      <a:alpha val="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发到多个 subagent</a:t>
              </a:r>
            </a:p>
          </p:txBody>
        </p:sp>
        <p:sp>
          <p:nvSpPr>
            <p:cNvPr id="73" name="p0-ocr-015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44213">
              <a:off x="9188834" y="5332538"/>
              <a:ext cx="1745868" cy="269553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1528" b="1">
                  <a:solidFill>
                    <a:srgbClr val="4B3A33"/>
                  </a:solidFill>
                  <a:latin typeface="Microsoft YaHei"/>
                  <a:ea typeface="Microsoft YaHei"/>
                  <a:cs typeface="Microsoft YaHei"/>
                </a:rPr>
                <a:t>汇总结果与决策</a:t>
              </a:r>
            </a:p>
          </p:txBody>
        </p:sp>
      </p:grpSp>
      <p:grpSp>
        <p:nvGrpSpPr>
          <p:cNvPr id="74" name="scene-unit-region-n7"/>
          <p:cNvGrpSpPr/>
          <p:nvPr/>
        </p:nvGrpSpPr>
        <p:grpSpPr>
          <a:xfrm xmlns:a="http://schemas.openxmlformats.org/drawingml/2006/main">
            <a:off x="9490752" y="6796387"/>
            <a:ext cx="2298363" cy="1332883"/>
            <a:chOff x="9490752" y="6796387"/>
            <a:chExt cx="2298363" cy="1332883"/>
          </a:xfrm>
        </p:grpSpPr>
        <p:sp>
          <p:nvSpPr>
            <p:cNvPr id="75" name="scene-container-region-n7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9492022" y="6797657"/>
              <a:ext cx="2295823" cy="1330343"/>
            </a:xfrm>
            <a:prstGeom xmlns:a="http://schemas.openxmlformats.org/drawingml/2006/main" prst="rect">
              <a:avLst/>
            </a:prstGeom>
            <a:gradFill xmlns:a="http://schemas.openxmlformats.org/drawingml/2006/main" rotWithShape="1">
              <a:gsLst>
                <a:gs pos="0">
                  <a:srgbClr val="E6F4EB"/>
                </a:gs>
                <a:gs pos="100000">
                  <a:srgbClr val="EBF5ED"/>
                </a:gs>
              </a:gsLst>
              <a:lin ang="0" scaled="0"/>
            </a:gradFill>
            <a:ln xmlns:a="http://schemas.openxmlformats.org/drawingml/2006/main">
              <a:noFill/>
            </a:ln>
          </p:spPr>
        </p:sp>
        <p:sp>
          <p:nvSpPr>
            <p:cNvPr id="76" name="scene-outline-region-n7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9744619" y="6803271"/>
              <a:ext cx="22453" cy="11227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 xmlns:a="http://schemas.openxmlformats.org/drawingml/2006/main">
              <a:srgbClr val="D6EADF"/>
            </a:solidFill>
            <a:ln xmlns:a="http://schemas.openxmlformats.org/drawingml/2006/main">
              <a:noFill/>
            </a:ln>
          </p:spPr>
        </p:sp>
        <p:sp>
          <p:nvSpPr>
            <p:cNvPr id="77" name="p0-ocr-018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77260" y="6971669"/>
              <a:ext cx="1863602" cy="246983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1848" b="1">
                  <a:solidFill>
                    <a:srgbClr val="2F4137"/>
                  </a:solidFill>
                  <a:latin typeface="Microsoft YaHei"/>
                  <a:ea typeface="Microsoft YaHei"/>
                  <a:cs typeface="Microsoft YaHei"/>
                </a:rPr>
                <a:t>独立上下文与工具</a:t>
              </a:r>
            </a:p>
          </p:txBody>
        </p:sp>
        <p:sp>
          <p:nvSpPr>
            <p:cNvPr id="78" name="p0-ocr-02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77260" y="7342144"/>
              <a:ext cx="2020773" cy="235757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1764" b="1">
                  <a:solidFill>
                    <a:srgbClr val="324138"/>
                  </a:solidFill>
                  <a:latin typeface="Microsoft YaHei"/>
                  <a:ea typeface="Microsoft YaHei"/>
                  <a:cs typeface="Microsoft YaHei"/>
                </a:rPr>
                <a:t>并行处理不同子任务</a:t>
              </a:r>
            </a:p>
          </p:txBody>
        </p:sp>
        <p:sp>
          <p:nvSpPr>
            <p:cNvPr id="79" name="p0-ocr-025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66033" y="7690166"/>
              <a:ext cx="1683978" cy="269436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2015" b="1">
                  <a:solidFill>
                    <a:srgbClr val="2F4038"/>
                  </a:solidFill>
                  <a:latin typeface="Microsoft YaHei"/>
                  <a:ea typeface="Microsoft YaHei"/>
                  <a:cs typeface="Microsoft YaHei"/>
                </a:rPr>
                <a:t>结果回传主会话</a:t>
              </a:r>
            </a:p>
          </p:txBody>
        </p:sp>
      </p:grpSp>
      <p:grpSp>
        <p:nvGrpSpPr>
          <p:cNvPr id="80" name="scene-unit-object-n111"/>
          <p:cNvGrpSpPr/>
          <p:nvPr/>
        </p:nvGrpSpPr>
        <p:grpSpPr>
          <a:xfrm xmlns:a="http://schemas.openxmlformats.org/drawingml/2006/main">
            <a:off x="4624056" y="6835680"/>
            <a:ext cx="1922275" cy="1147645"/>
            <a:chOff x="4624056" y="6835680"/>
            <a:chExt cx="1922275" cy="1147645"/>
          </a:xfrm>
        </p:grpSpPr>
        <p:sp>
          <p:nvSpPr>
            <p:cNvPr id="81" name="scene-container-object-n11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625326" y="6836950"/>
              <a:ext cx="1919735" cy="1145105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10105" y="0"/>
                  </a:moveTo>
                  <a:lnTo>
                    <a:pt x="20211" y="212"/>
                  </a:lnTo>
                  <a:lnTo>
                    <a:pt x="21347" y="1694"/>
                  </a:lnTo>
                  <a:lnTo>
                    <a:pt x="21600" y="2753"/>
                  </a:lnTo>
                  <a:lnTo>
                    <a:pt x="21474" y="18212"/>
                  </a:lnTo>
                  <a:lnTo>
                    <a:pt x="21095" y="20753"/>
                  </a:lnTo>
                  <a:lnTo>
                    <a:pt x="20968" y="20965"/>
                  </a:lnTo>
                  <a:lnTo>
                    <a:pt x="19958" y="21600"/>
                  </a:lnTo>
                  <a:lnTo>
                    <a:pt x="1137" y="21388"/>
                  </a:lnTo>
                  <a:lnTo>
                    <a:pt x="126" y="19482"/>
                  </a:lnTo>
                  <a:lnTo>
                    <a:pt x="126" y="4659"/>
                  </a:lnTo>
                  <a:lnTo>
                    <a:pt x="505" y="1482"/>
                  </a:lnTo>
                  <a:lnTo>
                    <a:pt x="1263" y="424"/>
                  </a:lnTo>
                  <a:lnTo>
                    <a:pt x="4547" y="0"/>
                  </a:lnTo>
                  <a:close/>
                </a:path>
              </a:pathLst>
            </a:custGeom>
            <a:solidFill xmlns:a="http://schemas.openxmlformats.org/drawingml/2006/main">
              <a:srgbClr val="FEF5F3"/>
            </a:solidFill>
            <a:ln xmlns:a="http://schemas.openxmlformats.org/drawingml/2006/main">
              <a:noFill/>
            </a:ln>
          </p:spPr>
        </p:sp>
        <p:sp>
          <p:nvSpPr>
            <p:cNvPr id="82" name="scene-outline-object-n11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625326" y="6836950"/>
              <a:ext cx="1919735" cy="1145105"/>
            </a:xfrm>
            <a:custGeom xmlns:a="http://schemas.openxmlformats.org/drawingml/2006/main">
              <a:avLst/>
              <a:gdLst>
                <a:gd name="ctPortXp943028" fmla="*/ w 943028 1919735"/>
                <a:gd name="ctPortYp1139529" fmla="*/ h 1139529 1145105"/>
                <a:gd name="ctPortYp561" fmla="*/ h 561 1145105"/>
              </a:gdLst>
              <a:ahLst/>
              <a:cxnLst>
                <a:cxn ang="5400000">
                  <a:pos x="ctPortXp943028" y="ctPortYp1139529"/>
                </a:cxn>
                <a:cxn ang="16200000">
                  <a:pos x="ctPortXp943028" y="ctPortYp561"/>
                </a:cxn>
              </a:cxnLst>
              <a:rect l="l" t="t" r="r" b="b"/>
              <a:pathLst>
                <a:path w="21600" h="21600">
                  <a:moveTo>
                    <a:pt x="10105" y="0"/>
                  </a:moveTo>
                  <a:lnTo>
                    <a:pt x="20211" y="212"/>
                  </a:lnTo>
                  <a:lnTo>
                    <a:pt x="21347" y="1694"/>
                  </a:lnTo>
                  <a:lnTo>
                    <a:pt x="21600" y="2753"/>
                  </a:lnTo>
                  <a:lnTo>
                    <a:pt x="21474" y="18212"/>
                  </a:lnTo>
                  <a:lnTo>
                    <a:pt x="21095" y="20753"/>
                  </a:lnTo>
                  <a:lnTo>
                    <a:pt x="20968" y="20965"/>
                  </a:lnTo>
                  <a:lnTo>
                    <a:pt x="19958" y="21600"/>
                  </a:lnTo>
                  <a:lnTo>
                    <a:pt x="1137" y="21388"/>
                  </a:lnTo>
                  <a:lnTo>
                    <a:pt x="126" y="19482"/>
                  </a:lnTo>
                  <a:lnTo>
                    <a:pt x="126" y="4659"/>
                  </a:lnTo>
                  <a:lnTo>
                    <a:pt x="505" y="1482"/>
                  </a:lnTo>
                  <a:lnTo>
                    <a:pt x="1263" y="424"/>
                  </a:lnTo>
                  <a:lnTo>
                    <a:pt x="4547" y="0"/>
                  </a:lnTo>
                  <a:close/>
                  <a:moveTo>
                    <a:pt x="10105" y="1271"/>
                  </a:moveTo>
                  <a:lnTo>
                    <a:pt x="1389" y="1482"/>
                  </a:lnTo>
                  <a:lnTo>
                    <a:pt x="884" y="2753"/>
                  </a:lnTo>
                  <a:lnTo>
                    <a:pt x="884" y="19694"/>
                  </a:lnTo>
                  <a:lnTo>
                    <a:pt x="1516" y="20329"/>
                  </a:lnTo>
                  <a:lnTo>
                    <a:pt x="20589" y="20118"/>
                  </a:lnTo>
                  <a:lnTo>
                    <a:pt x="20842" y="18847"/>
                  </a:lnTo>
                  <a:lnTo>
                    <a:pt x="20716" y="2329"/>
                  </a:lnTo>
                  <a:lnTo>
                    <a:pt x="19832" y="1271"/>
                  </a:lnTo>
                  <a:close/>
                </a:path>
              </a:pathLst>
            </a:custGeom>
            <a:solidFill xmlns:a="http://schemas.openxmlformats.org/drawingml/2006/main">
              <a:srgbClr val="F5E1C5"/>
            </a:solidFill>
            <a:ln xmlns:a="http://schemas.openxmlformats.org/drawingml/2006/main">
              <a:noFill/>
            </a:ln>
          </p:spPr>
        </p:sp>
        <p:sp>
          <p:nvSpPr>
            <p:cNvPr id="83" name="scene-outline-object-n111-paint-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625326" y="6836950"/>
              <a:ext cx="1919735" cy="1145105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10484" y="0"/>
                  </a:moveTo>
                  <a:lnTo>
                    <a:pt x="10863" y="0"/>
                  </a:lnTo>
                  <a:lnTo>
                    <a:pt x="10863" y="635"/>
                  </a:lnTo>
                  <a:lnTo>
                    <a:pt x="10989" y="424"/>
                  </a:lnTo>
                  <a:lnTo>
                    <a:pt x="11116" y="635"/>
                  </a:lnTo>
                  <a:lnTo>
                    <a:pt x="20211" y="635"/>
                  </a:lnTo>
                  <a:lnTo>
                    <a:pt x="20211" y="847"/>
                  </a:lnTo>
                  <a:lnTo>
                    <a:pt x="20716" y="1059"/>
                  </a:lnTo>
                  <a:lnTo>
                    <a:pt x="21095" y="1694"/>
                  </a:lnTo>
                  <a:lnTo>
                    <a:pt x="21095" y="2329"/>
                  </a:lnTo>
                  <a:lnTo>
                    <a:pt x="21221" y="2329"/>
                  </a:lnTo>
                  <a:lnTo>
                    <a:pt x="21221" y="19482"/>
                  </a:lnTo>
                  <a:lnTo>
                    <a:pt x="20842" y="20118"/>
                  </a:lnTo>
                  <a:lnTo>
                    <a:pt x="20842" y="20541"/>
                  </a:lnTo>
                  <a:lnTo>
                    <a:pt x="20337" y="20753"/>
                  </a:lnTo>
                  <a:lnTo>
                    <a:pt x="20337" y="20965"/>
                  </a:lnTo>
                  <a:lnTo>
                    <a:pt x="10863" y="20965"/>
                  </a:lnTo>
                  <a:lnTo>
                    <a:pt x="10863" y="21600"/>
                  </a:lnTo>
                  <a:lnTo>
                    <a:pt x="10484" y="21600"/>
                  </a:lnTo>
                  <a:lnTo>
                    <a:pt x="10358" y="20965"/>
                  </a:lnTo>
                  <a:lnTo>
                    <a:pt x="1263" y="20965"/>
                  </a:lnTo>
                  <a:lnTo>
                    <a:pt x="632" y="19906"/>
                  </a:lnTo>
                  <a:lnTo>
                    <a:pt x="505" y="19906"/>
                  </a:lnTo>
                  <a:lnTo>
                    <a:pt x="505" y="19271"/>
                  </a:lnTo>
                  <a:lnTo>
                    <a:pt x="379" y="19271"/>
                  </a:lnTo>
                  <a:lnTo>
                    <a:pt x="379" y="2541"/>
                  </a:lnTo>
                  <a:lnTo>
                    <a:pt x="505" y="2541"/>
                  </a:lnTo>
                  <a:lnTo>
                    <a:pt x="632" y="1694"/>
                  </a:lnTo>
                  <a:lnTo>
                    <a:pt x="1137" y="847"/>
                  </a:lnTo>
                  <a:lnTo>
                    <a:pt x="1516" y="847"/>
                  </a:lnTo>
                  <a:lnTo>
                    <a:pt x="1516" y="635"/>
                  </a:lnTo>
                  <a:lnTo>
                    <a:pt x="10232" y="635"/>
                  </a:lnTo>
                  <a:lnTo>
                    <a:pt x="10232" y="424"/>
                  </a:lnTo>
                  <a:lnTo>
                    <a:pt x="10611" y="424"/>
                  </a:lnTo>
                  <a:close/>
                  <a:moveTo>
                    <a:pt x="1516" y="1059"/>
                  </a:moveTo>
                  <a:lnTo>
                    <a:pt x="1263" y="1482"/>
                  </a:lnTo>
                  <a:lnTo>
                    <a:pt x="884" y="1694"/>
                  </a:lnTo>
                  <a:lnTo>
                    <a:pt x="758" y="2753"/>
                  </a:lnTo>
                  <a:lnTo>
                    <a:pt x="632" y="2753"/>
                  </a:lnTo>
                  <a:lnTo>
                    <a:pt x="632" y="19271"/>
                  </a:lnTo>
                  <a:lnTo>
                    <a:pt x="884" y="19694"/>
                  </a:lnTo>
                  <a:lnTo>
                    <a:pt x="884" y="20118"/>
                  </a:lnTo>
                  <a:lnTo>
                    <a:pt x="1389" y="20329"/>
                  </a:lnTo>
                  <a:lnTo>
                    <a:pt x="1389" y="20541"/>
                  </a:lnTo>
                  <a:lnTo>
                    <a:pt x="20337" y="20541"/>
                  </a:lnTo>
                  <a:lnTo>
                    <a:pt x="20716" y="19906"/>
                  </a:lnTo>
                  <a:lnTo>
                    <a:pt x="20842" y="19906"/>
                  </a:lnTo>
                  <a:lnTo>
                    <a:pt x="20842" y="19482"/>
                  </a:lnTo>
                  <a:lnTo>
                    <a:pt x="20968" y="19482"/>
                  </a:lnTo>
                  <a:lnTo>
                    <a:pt x="20968" y="2329"/>
                  </a:lnTo>
                  <a:lnTo>
                    <a:pt x="20211" y="1059"/>
                  </a:lnTo>
                  <a:close/>
                </a:path>
              </a:pathLst>
            </a:custGeom>
            <a:solidFill xmlns:a="http://schemas.openxmlformats.org/drawingml/2006/main">
              <a:srgbClr val="BC8051"/>
            </a:solidFill>
            <a:ln xmlns:a="http://schemas.openxmlformats.org/drawingml/2006/main">
              <a:noFill/>
            </a:ln>
          </p:spPr>
        </p:sp>
        <p:sp>
          <p:nvSpPr>
            <p:cNvPr id="84" name="p0-ocr-022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38630" y="7499315"/>
              <a:ext cx="1470674" cy="269436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" sz="1354" b="0">
                  <a:solidFill>
                    <a:srgbClr val="1F1D1A"/>
                  </a:solidFill>
                  <a:latin typeface="Microsoft YaHei"/>
                  <a:ea typeface="Microsoft YaHei"/>
                  <a:cs typeface="Microsoft YaHei"/>
                </a:rPr>
                <a:t>fork subagent B</a:t>
              </a:r>
            </a:p>
          </p:txBody>
        </p:sp>
      </p:grpSp>
      <p:grpSp>
        <p:nvGrpSpPr>
          <p:cNvPr id="85" name="scene-unit-object-n112"/>
          <p:cNvGrpSpPr/>
          <p:nvPr/>
        </p:nvGrpSpPr>
        <p:grpSpPr>
          <a:xfrm xmlns:a="http://schemas.openxmlformats.org/drawingml/2006/main">
            <a:off x="6734642" y="6835680"/>
            <a:ext cx="1877369" cy="1147645"/>
            <a:chOff x="6734642" y="6835680"/>
            <a:chExt cx="1877369" cy="1147645"/>
          </a:xfrm>
        </p:grpSpPr>
        <p:sp>
          <p:nvSpPr>
            <p:cNvPr id="86" name="scene-container-object-n112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6735912" y="6836950"/>
              <a:ext cx="1874829" cy="1145105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13710" y="212"/>
                  </a:moveTo>
                  <a:lnTo>
                    <a:pt x="20307" y="424"/>
                  </a:lnTo>
                  <a:lnTo>
                    <a:pt x="21212" y="1271"/>
                  </a:lnTo>
                  <a:lnTo>
                    <a:pt x="21600" y="2753"/>
                  </a:lnTo>
                  <a:lnTo>
                    <a:pt x="21471" y="19482"/>
                  </a:lnTo>
                  <a:lnTo>
                    <a:pt x="20565" y="21388"/>
                  </a:lnTo>
                  <a:lnTo>
                    <a:pt x="776" y="21388"/>
                  </a:lnTo>
                  <a:lnTo>
                    <a:pt x="259" y="20541"/>
                  </a:lnTo>
                  <a:lnTo>
                    <a:pt x="0" y="19482"/>
                  </a:lnTo>
                  <a:lnTo>
                    <a:pt x="129" y="1694"/>
                  </a:lnTo>
                  <a:lnTo>
                    <a:pt x="1552" y="212"/>
                  </a:lnTo>
                  <a:close/>
                </a:path>
              </a:pathLst>
            </a:custGeom>
            <a:solidFill xmlns:a="http://schemas.openxmlformats.org/drawingml/2006/main">
              <a:srgbClr val="FDF6F2"/>
            </a:solidFill>
            <a:ln xmlns:a="http://schemas.openxmlformats.org/drawingml/2006/main">
              <a:noFill/>
            </a:ln>
          </p:spPr>
        </p:sp>
        <p:sp>
          <p:nvSpPr>
            <p:cNvPr id="87" name="scene-outline-object-n112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6735912" y="6836950"/>
              <a:ext cx="1874829" cy="1145105"/>
            </a:xfrm>
            <a:custGeom xmlns:a="http://schemas.openxmlformats.org/drawingml/2006/main">
              <a:avLst/>
              <a:gdLst>
                <a:gd name="ctPortXp864442" fmla="*/ w 864442 1874829"/>
                <a:gd name="ctPortYp11227" fmla="*/ h 11227 1145105"/>
                <a:gd name="ctPortXp875669" fmla="*/ w 875669 1874829"/>
                <a:gd name="ctPortYp1133878" fmla="*/ h 1133878 1145105"/>
              </a:gdLst>
              <a:ahLst/>
              <a:cxnLst>
                <a:cxn ang="16200000">
                  <a:pos x="ctPortXp864442" y="ctPortYp11227"/>
                </a:cxn>
                <a:cxn ang="5400000">
                  <a:pos x="ctPortXp875669" y="ctPortYp1133878"/>
                </a:cxn>
              </a:cxnLst>
              <a:rect l="l" t="t" r="r" b="b"/>
              <a:pathLst>
                <a:path w="21600" h="21600">
                  <a:moveTo>
                    <a:pt x="13710" y="212"/>
                  </a:moveTo>
                  <a:lnTo>
                    <a:pt x="20307" y="424"/>
                  </a:lnTo>
                  <a:lnTo>
                    <a:pt x="21212" y="1271"/>
                  </a:lnTo>
                  <a:lnTo>
                    <a:pt x="21600" y="2753"/>
                  </a:lnTo>
                  <a:lnTo>
                    <a:pt x="21471" y="19482"/>
                  </a:lnTo>
                  <a:lnTo>
                    <a:pt x="20565" y="21388"/>
                  </a:lnTo>
                  <a:lnTo>
                    <a:pt x="776" y="21388"/>
                  </a:lnTo>
                  <a:lnTo>
                    <a:pt x="259" y="20541"/>
                  </a:lnTo>
                  <a:lnTo>
                    <a:pt x="0" y="19482"/>
                  </a:lnTo>
                  <a:lnTo>
                    <a:pt x="129" y="1694"/>
                  </a:lnTo>
                  <a:lnTo>
                    <a:pt x="1552" y="212"/>
                  </a:lnTo>
                  <a:close/>
                  <a:moveTo>
                    <a:pt x="9313" y="1482"/>
                  </a:moveTo>
                  <a:lnTo>
                    <a:pt x="1552" y="1482"/>
                  </a:lnTo>
                  <a:lnTo>
                    <a:pt x="647" y="2541"/>
                  </a:lnTo>
                  <a:lnTo>
                    <a:pt x="647" y="19059"/>
                  </a:lnTo>
                  <a:lnTo>
                    <a:pt x="1164" y="20329"/>
                  </a:lnTo>
                  <a:lnTo>
                    <a:pt x="20565" y="20118"/>
                  </a:lnTo>
                  <a:lnTo>
                    <a:pt x="20953" y="18847"/>
                  </a:lnTo>
                  <a:lnTo>
                    <a:pt x="20695" y="1906"/>
                  </a:lnTo>
                  <a:lnTo>
                    <a:pt x="20048" y="1482"/>
                  </a:lnTo>
                  <a:close/>
                </a:path>
              </a:pathLst>
            </a:custGeom>
            <a:solidFill xmlns:a="http://schemas.openxmlformats.org/drawingml/2006/main">
              <a:srgbClr val="F5E0C2"/>
            </a:solidFill>
            <a:ln xmlns:a="http://schemas.openxmlformats.org/drawingml/2006/main">
              <a:noFill/>
            </a:ln>
          </p:spPr>
        </p:sp>
        <p:sp>
          <p:nvSpPr>
            <p:cNvPr id="88" name="scene-outline-object-n112-paint-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6735912" y="6836950"/>
              <a:ext cx="1874829" cy="1145105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9959" y="635"/>
                  </a:moveTo>
                  <a:lnTo>
                    <a:pt x="9959" y="212"/>
                  </a:lnTo>
                  <a:lnTo>
                    <a:pt x="10218" y="212"/>
                  </a:lnTo>
                  <a:lnTo>
                    <a:pt x="10218" y="635"/>
                  </a:lnTo>
                  <a:lnTo>
                    <a:pt x="20177" y="635"/>
                  </a:lnTo>
                  <a:lnTo>
                    <a:pt x="20436" y="1059"/>
                  </a:lnTo>
                  <a:lnTo>
                    <a:pt x="20824" y="1271"/>
                  </a:lnTo>
                  <a:lnTo>
                    <a:pt x="21083" y="1694"/>
                  </a:lnTo>
                  <a:lnTo>
                    <a:pt x="21083" y="2118"/>
                  </a:lnTo>
                  <a:lnTo>
                    <a:pt x="21212" y="2118"/>
                  </a:lnTo>
                  <a:lnTo>
                    <a:pt x="21212" y="19694"/>
                  </a:lnTo>
                  <a:lnTo>
                    <a:pt x="20695" y="20541"/>
                  </a:lnTo>
                  <a:lnTo>
                    <a:pt x="20695" y="20753"/>
                  </a:lnTo>
                  <a:lnTo>
                    <a:pt x="20436" y="20753"/>
                  </a:lnTo>
                  <a:lnTo>
                    <a:pt x="20436" y="20965"/>
                  </a:lnTo>
                  <a:lnTo>
                    <a:pt x="10347" y="20965"/>
                  </a:lnTo>
                  <a:lnTo>
                    <a:pt x="10347" y="21600"/>
                  </a:lnTo>
                  <a:lnTo>
                    <a:pt x="9959" y="21600"/>
                  </a:lnTo>
                  <a:lnTo>
                    <a:pt x="9830" y="20965"/>
                  </a:lnTo>
                  <a:lnTo>
                    <a:pt x="1035" y="20965"/>
                  </a:lnTo>
                  <a:lnTo>
                    <a:pt x="259" y="19694"/>
                  </a:lnTo>
                  <a:lnTo>
                    <a:pt x="259" y="19271"/>
                  </a:lnTo>
                  <a:lnTo>
                    <a:pt x="129" y="19271"/>
                  </a:lnTo>
                  <a:lnTo>
                    <a:pt x="129" y="2753"/>
                  </a:lnTo>
                  <a:lnTo>
                    <a:pt x="259" y="2753"/>
                  </a:lnTo>
                  <a:lnTo>
                    <a:pt x="388" y="1694"/>
                  </a:lnTo>
                  <a:lnTo>
                    <a:pt x="905" y="847"/>
                  </a:lnTo>
                  <a:lnTo>
                    <a:pt x="1293" y="847"/>
                  </a:lnTo>
                  <a:lnTo>
                    <a:pt x="1293" y="635"/>
                  </a:lnTo>
                  <a:close/>
                  <a:moveTo>
                    <a:pt x="1423" y="1059"/>
                  </a:moveTo>
                  <a:lnTo>
                    <a:pt x="1423" y="1271"/>
                  </a:lnTo>
                  <a:lnTo>
                    <a:pt x="776" y="1482"/>
                  </a:lnTo>
                  <a:lnTo>
                    <a:pt x="776" y="1906"/>
                  </a:lnTo>
                  <a:lnTo>
                    <a:pt x="517" y="2118"/>
                  </a:lnTo>
                  <a:lnTo>
                    <a:pt x="517" y="2753"/>
                  </a:lnTo>
                  <a:lnTo>
                    <a:pt x="388" y="2753"/>
                  </a:lnTo>
                  <a:lnTo>
                    <a:pt x="388" y="19059"/>
                  </a:lnTo>
                  <a:lnTo>
                    <a:pt x="517" y="19059"/>
                  </a:lnTo>
                  <a:lnTo>
                    <a:pt x="647" y="20118"/>
                  </a:lnTo>
                  <a:lnTo>
                    <a:pt x="905" y="20118"/>
                  </a:lnTo>
                  <a:lnTo>
                    <a:pt x="1035" y="20541"/>
                  </a:lnTo>
                  <a:lnTo>
                    <a:pt x="20436" y="20541"/>
                  </a:lnTo>
                  <a:lnTo>
                    <a:pt x="20953" y="19694"/>
                  </a:lnTo>
                  <a:lnTo>
                    <a:pt x="20953" y="3388"/>
                  </a:lnTo>
                  <a:lnTo>
                    <a:pt x="21083" y="3176"/>
                  </a:lnTo>
                  <a:lnTo>
                    <a:pt x="20953" y="3176"/>
                  </a:lnTo>
                  <a:lnTo>
                    <a:pt x="20953" y="2118"/>
                  </a:lnTo>
                  <a:lnTo>
                    <a:pt x="20436" y="1271"/>
                  </a:lnTo>
                  <a:lnTo>
                    <a:pt x="20177" y="1271"/>
                  </a:lnTo>
                  <a:lnTo>
                    <a:pt x="20177" y="1059"/>
                  </a:lnTo>
                  <a:close/>
                </a:path>
              </a:pathLst>
            </a:custGeom>
            <a:solidFill xmlns:a="http://schemas.openxmlformats.org/drawingml/2006/main">
              <a:srgbClr val="BE8457"/>
            </a:solidFill>
            <a:ln xmlns:a="http://schemas.openxmlformats.org/drawingml/2006/main">
              <a:noFill/>
            </a:ln>
          </p:spPr>
        </p:sp>
        <p:sp>
          <p:nvSpPr>
            <p:cNvPr id="89" name="p0-ocr-023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37989" y="7521768"/>
              <a:ext cx="1448221" cy="269436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" sz="1333" b="0">
                  <a:solidFill>
                    <a:srgbClr val="211E1C"/>
                  </a:solidFill>
                  <a:latin typeface="Microsoft YaHei"/>
                  <a:ea typeface="Microsoft YaHei"/>
                  <a:cs typeface="Microsoft YaHei"/>
                </a:rPr>
                <a:t>fork subagent C</a:t>
              </a:r>
            </a:p>
          </p:txBody>
        </p:sp>
      </p:grpSp>
      <p:grpSp>
        <p:nvGrpSpPr>
          <p:cNvPr id="90" name="scene-unit-object-n101"/>
          <p:cNvGrpSpPr/>
          <p:nvPr/>
        </p:nvGrpSpPr>
        <p:grpSpPr>
          <a:xfrm xmlns:a="http://schemas.openxmlformats.org/drawingml/2006/main">
            <a:off x="7902200" y="1884785"/>
            <a:ext cx="3561347" cy="530186"/>
            <a:chOff x="7902200" y="1884785"/>
            <a:chExt cx="3561347" cy="530186"/>
          </a:xfrm>
        </p:grpSpPr>
        <p:sp>
          <p:nvSpPr>
            <p:cNvPr id="91" name="scene-container-object-n10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7903470" y="1886055"/>
              <a:ext cx="3558807" cy="527646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341" y="0"/>
                  </a:moveTo>
                  <a:lnTo>
                    <a:pt x="9608" y="0"/>
                  </a:lnTo>
                  <a:lnTo>
                    <a:pt x="9608" y="460"/>
                  </a:lnTo>
                  <a:lnTo>
                    <a:pt x="9812" y="460"/>
                  </a:lnTo>
                  <a:lnTo>
                    <a:pt x="9812" y="0"/>
                  </a:lnTo>
                  <a:lnTo>
                    <a:pt x="21259" y="0"/>
                  </a:lnTo>
                  <a:lnTo>
                    <a:pt x="21396" y="919"/>
                  </a:lnTo>
                  <a:lnTo>
                    <a:pt x="21532" y="919"/>
                  </a:lnTo>
                  <a:lnTo>
                    <a:pt x="21600" y="4136"/>
                  </a:lnTo>
                  <a:lnTo>
                    <a:pt x="21532" y="4136"/>
                  </a:lnTo>
                  <a:lnTo>
                    <a:pt x="21532" y="19762"/>
                  </a:lnTo>
                  <a:lnTo>
                    <a:pt x="21464" y="19762"/>
                  </a:lnTo>
                  <a:lnTo>
                    <a:pt x="21464" y="20681"/>
                  </a:lnTo>
                  <a:lnTo>
                    <a:pt x="20646" y="21600"/>
                  </a:lnTo>
                  <a:lnTo>
                    <a:pt x="20646" y="21140"/>
                  </a:lnTo>
                  <a:lnTo>
                    <a:pt x="18943" y="21140"/>
                  </a:lnTo>
                  <a:lnTo>
                    <a:pt x="18874" y="20681"/>
                  </a:lnTo>
                  <a:lnTo>
                    <a:pt x="18874" y="21140"/>
                  </a:lnTo>
                  <a:lnTo>
                    <a:pt x="17512" y="21140"/>
                  </a:lnTo>
                  <a:lnTo>
                    <a:pt x="17444" y="20681"/>
                  </a:lnTo>
                  <a:lnTo>
                    <a:pt x="17444" y="21140"/>
                  </a:lnTo>
                  <a:lnTo>
                    <a:pt x="3407" y="21140"/>
                  </a:lnTo>
                  <a:lnTo>
                    <a:pt x="3407" y="20681"/>
                  </a:lnTo>
                  <a:lnTo>
                    <a:pt x="545" y="21140"/>
                  </a:lnTo>
                  <a:lnTo>
                    <a:pt x="204" y="18843"/>
                  </a:lnTo>
                  <a:lnTo>
                    <a:pt x="0" y="18383"/>
                  </a:lnTo>
                  <a:lnTo>
                    <a:pt x="0" y="3217"/>
                  </a:lnTo>
                  <a:lnTo>
                    <a:pt x="341" y="919"/>
                  </a:lnTo>
                  <a:close/>
                </a:path>
              </a:pathLst>
            </a:custGeom>
            <a:solidFill xmlns:a="http://schemas.openxmlformats.org/drawingml/2006/main">
              <a:srgbClr val="E2F0F9"/>
            </a:solidFill>
            <a:ln xmlns:a="http://schemas.openxmlformats.org/drawingml/2006/main">
              <a:noFill/>
            </a:ln>
          </p:spPr>
        </p:sp>
        <p:sp>
          <p:nvSpPr>
            <p:cNvPr id="92" name="p0-ocr-005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28000" y="1998320"/>
              <a:ext cx="3098519" cy="269436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1528" b="1">
                  <a:solidFill>
                    <a:srgbClr val="131920"/>
                  </a:solidFill>
                  <a:latin typeface="Microsoft YaHei"/>
                  <a:ea typeface="Microsoft YaHei"/>
                  <a:cs typeface="Microsoft YaHei"/>
                </a:rPr>
                <a:t>2026-10-12 到 2026-10-19</a:t>
              </a:r>
            </a:p>
          </p:txBody>
        </p:sp>
      </p:grpSp>
      <p:grpSp>
        <p:nvGrpSpPr>
          <p:cNvPr id="93" name="scene-unit-object-n100"/>
          <p:cNvGrpSpPr/>
          <p:nvPr/>
        </p:nvGrpSpPr>
        <p:grpSpPr>
          <a:xfrm xmlns:a="http://schemas.openxmlformats.org/drawingml/2006/main">
            <a:off x="2266487" y="1884785"/>
            <a:ext cx="3123512" cy="507733"/>
            <a:chOff x="2266487" y="1884785"/>
            <a:chExt cx="3123512" cy="507733"/>
          </a:xfrm>
        </p:grpSpPr>
        <p:sp>
          <p:nvSpPr>
            <p:cNvPr id="94" name="scene-container-object-n10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2267757" y="1886055"/>
              <a:ext cx="3120972" cy="505193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311" y="0"/>
                  </a:moveTo>
                  <a:lnTo>
                    <a:pt x="21056" y="0"/>
                  </a:lnTo>
                  <a:lnTo>
                    <a:pt x="21056" y="480"/>
                  </a:lnTo>
                  <a:lnTo>
                    <a:pt x="21289" y="480"/>
                  </a:lnTo>
                  <a:lnTo>
                    <a:pt x="21522" y="1920"/>
                  </a:lnTo>
                  <a:lnTo>
                    <a:pt x="21522" y="2880"/>
                  </a:lnTo>
                  <a:lnTo>
                    <a:pt x="21600" y="2880"/>
                  </a:lnTo>
                  <a:lnTo>
                    <a:pt x="21600" y="19680"/>
                  </a:lnTo>
                  <a:lnTo>
                    <a:pt x="21212" y="20640"/>
                  </a:lnTo>
                  <a:lnTo>
                    <a:pt x="21056" y="21600"/>
                  </a:lnTo>
                  <a:lnTo>
                    <a:pt x="388" y="21120"/>
                  </a:lnTo>
                  <a:lnTo>
                    <a:pt x="78" y="19200"/>
                  </a:lnTo>
                  <a:lnTo>
                    <a:pt x="0" y="19200"/>
                  </a:lnTo>
                  <a:lnTo>
                    <a:pt x="0" y="4800"/>
                  </a:lnTo>
                  <a:lnTo>
                    <a:pt x="78" y="4800"/>
                  </a:lnTo>
                  <a:lnTo>
                    <a:pt x="233" y="960"/>
                  </a:lnTo>
                  <a:lnTo>
                    <a:pt x="311" y="960"/>
                  </a:lnTo>
                  <a:close/>
                </a:path>
              </a:pathLst>
            </a:custGeom>
            <a:solidFill xmlns:a="http://schemas.openxmlformats.org/drawingml/2006/main">
              <a:srgbClr val="FBE7DA"/>
            </a:solidFill>
            <a:ln xmlns:a="http://schemas.openxmlformats.org/drawingml/2006/main">
              <a:noFill/>
            </a:ln>
          </p:spPr>
        </p:sp>
        <p:sp>
          <p:nvSpPr>
            <p:cNvPr id="95" name="p0-ocr-003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481061" y="1964641"/>
              <a:ext cx="2627006" cy="336796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" sz="1909" b="1">
                  <a:solidFill>
                    <a:srgbClr val="AC3D23"/>
                  </a:solidFill>
                  <a:latin typeface="Microsoft YaHei"/>
                  <a:ea typeface="Microsoft YaHei"/>
                  <a:cs typeface="Microsoft YaHei"/>
                </a:rPr>
                <a:t>v2.1.299-v2.1.303</a:t>
              </a:r>
            </a:p>
          </p:txBody>
        </p:sp>
      </p:grpSp>
      <p:grpSp>
        <p:nvGrpSpPr>
          <p:cNvPr id="96" name="scene-unit-object-n104"/>
          <p:cNvGrpSpPr/>
          <p:nvPr/>
        </p:nvGrpSpPr>
        <p:grpSpPr>
          <a:xfrm xmlns:a="http://schemas.openxmlformats.org/drawingml/2006/main">
            <a:off x="717227" y="2973758"/>
            <a:ext cx="1461988" cy="765943"/>
            <a:chOff x="717227" y="2973758"/>
            <a:chExt cx="1461988" cy="765943"/>
          </a:xfrm>
        </p:grpSpPr>
        <p:sp>
          <p:nvSpPr>
            <p:cNvPr id="97" name="scene-container-object-n104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718497" y="2975028"/>
              <a:ext cx="1459448" cy="763403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2991" y="0"/>
                  </a:moveTo>
                  <a:lnTo>
                    <a:pt x="18942" y="318"/>
                  </a:lnTo>
                  <a:lnTo>
                    <a:pt x="20603" y="953"/>
                  </a:lnTo>
                  <a:lnTo>
                    <a:pt x="21434" y="2859"/>
                  </a:lnTo>
                  <a:lnTo>
                    <a:pt x="21434" y="18741"/>
                  </a:lnTo>
                  <a:lnTo>
                    <a:pt x="20271" y="21282"/>
                  </a:lnTo>
                  <a:lnTo>
                    <a:pt x="5483" y="21600"/>
                  </a:lnTo>
                  <a:lnTo>
                    <a:pt x="1495" y="20965"/>
                  </a:lnTo>
                  <a:lnTo>
                    <a:pt x="166" y="19059"/>
                  </a:lnTo>
                  <a:lnTo>
                    <a:pt x="0" y="3812"/>
                  </a:lnTo>
                  <a:lnTo>
                    <a:pt x="498" y="1588"/>
                  </a:lnTo>
                  <a:close/>
                </a:path>
              </a:pathLst>
            </a:custGeom>
            <a:solidFill xmlns:a="http://schemas.openxmlformats.org/drawingml/2006/main">
              <a:srgbClr val="CE3607"/>
            </a:solidFill>
            <a:ln xmlns:a="http://schemas.openxmlformats.org/drawingml/2006/main">
              <a:noFill/>
            </a:ln>
          </p:spPr>
        </p:sp>
        <p:sp>
          <p:nvSpPr>
            <p:cNvPr id="98" name="scene-outline-object-n104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718497" y="2975028"/>
              <a:ext cx="1459448" cy="763403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2991" y="0"/>
                  </a:moveTo>
                  <a:lnTo>
                    <a:pt x="19772" y="318"/>
                  </a:lnTo>
                  <a:lnTo>
                    <a:pt x="21268" y="1906"/>
                  </a:lnTo>
                  <a:lnTo>
                    <a:pt x="21600" y="4765"/>
                  </a:lnTo>
                  <a:lnTo>
                    <a:pt x="21434" y="18741"/>
                  </a:lnTo>
                  <a:lnTo>
                    <a:pt x="21268" y="19694"/>
                  </a:lnTo>
                  <a:lnTo>
                    <a:pt x="20603" y="20012"/>
                  </a:lnTo>
                  <a:lnTo>
                    <a:pt x="19938" y="21600"/>
                  </a:lnTo>
                  <a:lnTo>
                    <a:pt x="1994" y="21282"/>
                  </a:lnTo>
                  <a:lnTo>
                    <a:pt x="332" y="19694"/>
                  </a:lnTo>
                  <a:lnTo>
                    <a:pt x="0" y="17471"/>
                  </a:lnTo>
                  <a:lnTo>
                    <a:pt x="166" y="3494"/>
                  </a:lnTo>
                  <a:lnTo>
                    <a:pt x="997" y="953"/>
                  </a:lnTo>
                  <a:close/>
                  <a:moveTo>
                    <a:pt x="2160" y="1271"/>
                  </a:moveTo>
                  <a:lnTo>
                    <a:pt x="665" y="3176"/>
                  </a:lnTo>
                  <a:lnTo>
                    <a:pt x="498" y="17788"/>
                  </a:lnTo>
                  <a:lnTo>
                    <a:pt x="997" y="18741"/>
                  </a:lnTo>
                  <a:lnTo>
                    <a:pt x="1329" y="20012"/>
                  </a:lnTo>
                  <a:lnTo>
                    <a:pt x="20271" y="20012"/>
                  </a:lnTo>
                  <a:lnTo>
                    <a:pt x="20935" y="17788"/>
                  </a:lnTo>
                  <a:lnTo>
                    <a:pt x="20935" y="3812"/>
                  </a:lnTo>
                  <a:lnTo>
                    <a:pt x="19772" y="1271"/>
                  </a:lnTo>
                  <a:close/>
                </a:path>
              </a:pathLst>
            </a:custGeom>
            <a:solidFill xmlns:a="http://schemas.openxmlformats.org/drawingml/2006/main">
              <a:srgbClr val="F5D5C4"/>
            </a:solidFill>
            <a:ln xmlns:a="http://schemas.openxmlformats.org/drawingml/2006/main">
              <a:noFill/>
            </a:ln>
          </p:spPr>
        </p:sp>
        <p:sp>
          <p:nvSpPr>
            <p:cNvPr id="99" name="scene-outline-object-n104-paint-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718497" y="2975028"/>
              <a:ext cx="1459448" cy="763403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19938" y="953"/>
                  </a:moveTo>
                  <a:lnTo>
                    <a:pt x="21102" y="3176"/>
                  </a:lnTo>
                  <a:lnTo>
                    <a:pt x="21102" y="3812"/>
                  </a:lnTo>
                  <a:lnTo>
                    <a:pt x="21268" y="3812"/>
                  </a:lnTo>
                  <a:lnTo>
                    <a:pt x="21268" y="18106"/>
                  </a:lnTo>
                  <a:lnTo>
                    <a:pt x="20769" y="19059"/>
                  </a:lnTo>
                  <a:lnTo>
                    <a:pt x="20603" y="20012"/>
                  </a:lnTo>
                  <a:lnTo>
                    <a:pt x="20271" y="20012"/>
                  </a:lnTo>
                  <a:lnTo>
                    <a:pt x="20769" y="17788"/>
                  </a:lnTo>
                  <a:lnTo>
                    <a:pt x="20935" y="17788"/>
                  </a:lnTo>
                  <a:lnTo>
                    <a:pt x="21102" y="6353"/>
                  </a:lnTo>
                  <a:lnTo>
                    <a:pt x="20935" y="6353"/>
                  </a:lnTo>
                  <a:lnTo>
                    <a:pt x="20935" y="4765"/>
                  </a:lnTo>
                  <a:lnTo>
                    <a:pt x="20769" y="4447"/>
                  </a:lnTo>
                  <a:lnTo>
                    <a:pt x="20935" y="4447"/>
                  </a:lnTo>
                  <a:lnTo>
                    <a:pt x="20603" y="2859"/>
                  </a:lnTo>
                  <a:lnTo>
                    <a:pt x="19772" y="1271"/>
                  </a:lnTo>
                  <a:lnTo>
                    <a:pt x="19108" y="1588"/>
                  </a:lnTo>
                  <a:lnTo>
                    <a:pt x="19108" y="1271"/>
                  </a:lnTo>
                  <a:lnTo>
                    <a:pt x="3988" y="1271"/>
                  </a:lnTo>
                  <a:lnTo>
                    <a:pt x="3988" y="1588"/>
                  </a:lnTo>
                  <a:lnTo>
                    <a:pt x="3655" y="1588"/>
                  </a:lnTo>
                  <a:lnTo>
                    <a:pt x="3655" y="1271"/>
                  </a:lnTo>
                  <a:lnTo>
                    <a:pt x="1495" y="1588"/>
                  </a:lnTo>
                  <a:lnTo>
                    <a:pt x="665" y="3176"/>
                  </a:lnTo>
                  <a:lnTo>
                    <a:pt x="498" y="4765"/>
                  </a:lnTo>
                  <a:lnTo>
                    <a:pt x="665" y="4765"/>
                  </a:lnTo>
                  <a:lnTo>
                    <a:pt x="665" y="6353"/>
                  </a:lnTo>
                  <a:lnTo>
                    <a:pt x="498" y="6353"/>
                  </a:lnTo>
                  <a:lnTo>
                    <a:pt x="498" y="17788"/>
                  </a:lnTo>
                  <a:lnTo>
                    <a:pt x="831" y="17788"/>
                  </a:lnTo>
                  <a:lnTo>
                    <a:pt x="997" y="19376"/>
                  </a:lnTo>
                  <a:lnTo>
                    <a:pt x="1329" y="20012"/>
                  </a:lnTo>
                  <a:lnTo>
                    <a:pt x="831" y="19694"/>
                  </a:lnTo>
                  <a:lnTo>
                    <a:pt x="498" y="18106"/>
                  </a:lnTo>
                  <a:lnTo>
                    <a:pt x="332" y="18106"/>
                  </a:lnTo>
                  <a:lnTo>
                    <a:pt x="332" y="3494"/>
                  </a:lnTo>
                  <a:lnTo>
                    <a:pt x="665" y="2859"/>
                  </a:lnTo>
                  <a:lnTo>
                    <a:pt x="831" y="1906"/>
                  </a:lnTo>
                  <a:lnTo>
                    <a:pt x="1662" y="1271"/>
                  </a:lnTo>
                  <a:lnTo>
                    <a:pt x="1662" y="953"/>
                  </a:lnTo>
                  <a:close/>
                  <a:moveTo>
                    <a:pt x="1329" y="20012"/>
                  </a:moveTo>
                  <a:lnTo>
                    <a:pt x="1994" y="20012"/>
                  </a:lnTo>
                  <a:lnTo>
                    <a:pt x="1994" y="20329"/>
                  </a:lnTo>
                  <a:lnTo>
                    <a:pt x="19938" y="20329"/>
                  </a:lnTo>
                  <a:lnTo>
                    <a:pt x="19938" y="20647"/>
                  </a:lnTo>
                  <a:lnTo>
                    <a:pt x="19440" y="20647"/>
                  </a:lnTo>
                  <a:lnTo>
                    <a:pt x="19440" y="20965"/>
                  </a:lnTo>
                  <a:lnTo>
                    <a:pt x="2160" y="20965"/>
                  </a:lnTo>
                  <a:lnTo>
                    <a:pt x="2160" y="20647"/>
                  </a:lnTo>
                  <a:lnTo>
                    <a:pt x="1495" y="20647"/>
                  </a:lnTo>
                  <a:close/>
                  <a:moveTo>
                    <a:pt x="20271" y="20012"/>
                  </a:moveTo>
                  <a:lnTo>
                    <a:pt x="20271" y="20329"/>
                  </a:lnTo>
                  <a:lnTo>
                    <a:pt x="19938" y="20329"/>
                  </a:lnTo>
                  <a:lnTo>
                    <a:pt x="19938" y="20012"/>
                  </a:lnTo>
                  <a:close/>
                </a:path>
              </a:pathLst>
            </a:custGeom>
            <a:solidFill xmlns:a="http://schemas.openxmlformats.org/drawingml/2006/main">
              <a:srgbClr val="B44726"/>
            </a:solidFill>
            <a:ln xmlns:a="http://schemas.openxmlformats.org/drawingml/2006/main">
              <a:noFill/>
            </a:ln>
          </p:spPr>
        </p:sp>
        <p:sp>
          <p:nvSpPr>
            <p:cNvPr id="100" name="p0-ocr-006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3215" y="3109746"/>
              <a:ext cx="1145105" cy="493967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zh-CN" sz="2800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主判断</a:t>
              </a:r>
            </a:p>
          </p:txBody>
        </p:sp>
      </p:grpSp>
      <p:sp>
        <p:nvSpPr>
          <p:cNvPr id="101" name="scene-container-object-n1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56685" y="6937989"/>
            <a:ext cx="499580" cy="99916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EDF7F4"/>
              </a:gs>
              <a:gs pos="100000">
                <a:srgbClr val="F0F8F5"/>
              </a:gs>
            </a:gsLst>
            <a:lin ang="5400000" scaled="0"/>
          </a:gradFill>
          <a:ln xmlns:a="http://schemas.openxmlformats.org/drawingml/2006/main">
            <a:noFill/>
          </a:ln>
        </p:spPr>
      </p:sp>
      <p:grpSp>
        <p:nvGrpSpPr>
          <p:cNvPr id="102" name="scene-unit-object-n124"/>
          <p:cNvGrpSpPr/>
          <p:nvPr/>
        </p:nvGrpSpPr>
        <p:grpSpPr>
          <a:xfrm xmlns:a="http://schemas.openxmlformats.org/drawingml/2006/main">
            <a:off x="470244" y="11943747"/>
            <a:ext cx="563866" cy="552639"/>
            <a:chOff x="470244" y="11943747"/>
            <a:chExt cx="563866" cy="552639"/>
          </a:xfrm>
        </p:grpSpPr>
        <p:sp>
          <p:nvSpPr>
            <p:cNvPr id="103" name="scene-container-object-n124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71514" y="11945017"/>
              <a:ext cx="561326" cy="550099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7776" y="0"/>
                  </a:moveTo>
                  <a:lnTo>
                    <a:pt x="16416" y="882"/>
                  </a:lnTo>
                  <a:lnTo>
                    <a:pt x="20736" y="6171"/>
                  </a:lnTo>
                  <a:lnTo>
                    <a:pt x="21600" y="10139"/>
                  </a:lnTo>
                  <a:lnTo>
                    <a:pt x="21168" y="14988"/>
                  </a:lnTo>
                  <a:lnTo>
                    <a:pt x="17280" y="19837"/>
                  </a:lnTo>
                  <a:lnTo>
                    <a:pt x="13392" y="21600"/>
                  </a:lnTo>
                  <a:lnTo>
                    <a:pt x="5616" y="20718"/>
                  </a:lnTo>
                  <a:lnTo>
                    <a:pt x="864" y="15869"/>
                  </a:lnTo>
                  <a:lnTo>
                    <a:pt x="0" y="8816"/>
                  </a:lnTo>
                  <a:lnTo>
                    <a:pt x="1728" y="4408"/>
                  </a:lnTo>
                  <a:lnTo>
                    <a:pt x="4320" y="1322"/>
                  </a:lnTo>
                  <a:close/>
                </a:path>
              </a:pathLst>
            </a:custGeom>
            <a:solidFill xmlns:a="http://schemas.openxmlformats.org/drawingml/2006/main">
              <a:srgbClr val="D43505"/>
            </a:solidFill>
            <a:ln xmlns:a="http://schemas.openxmlformats.org/drawingml/2006/main">
              <a:noFill/>
            </a:ln>
          </p:spPr>
        </p:sp>
        <p:sp>
          <p:nvSpPr>
            <p:cNvPr id="104" name="scene-outline-object-n124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71514" y="11945017"/>
              <a:ext cx="561326" cy="550099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7776" y="0"/>
                  </a:moveTo>
                  <a:lnTo>
                    <a:pt x="16416" y="882"/>
                  </a:lnTo>
                  <a:lnTo>
                    <a:pt x="20736" y="6171"/>
                  </a:lnTo>
                  <a:lnTo>
                    <a:pt x="21600" y="10139"/>
                  </a:lnTo>
                  <a:lnTo>
                    <a:pt x="21168" y="14988"/>
                  </a:lnTo>
                  <a:lnTo>
                    <a:pt x="17280" y="19837"/>
                  </a:lnTo>
                  <a:lnTo>
                    <a:pt x="13392" y="21600"/>
                  </a:lnTo>
                  <a:lnTo>
                    <a:pt x="5616" y="20718"/>
                  </a:lnTo>
                  <a:lnTo>
                    <a:pt x="864" y="15869"/>
                  </a:lnTo>
                  <a:lnTo>
                    <a:pt x="0" y="8816"/>
                  </a:lnTo>
                  <a:lnTo>
                    <a:pt x="1728" y="4408"/>
                  </a:lnTo>
                  <a:lnTo>
                    <a:pt x="4320" y="1322"/>
                  </a:lnTo>
                  <a:close/>
                  <a:moveTo>
                    <a:pt x="7776" y="1322"/>
                  </a:moveTo>
                  <a:lnTo>
                    <a:pt x="2592" y="5290"/>
                  </a:lnTo>
                  <a:lnTo>
                    <a:pt x="1296" y="13224"/>
                  </a:lnTo>
                  <a:lnTo>
                    <a:pt x="4320" y="18073"/>
                  </a:lnTo>
                  <a:lnTo>
                    <a:pt x="10800" y="20718"/>
                  </a:lnTo>
                  <a:lnTo>
                    <a:pt x="12528" y="20718"/>
                  </a:lnTo>
                  <a:lnTo>
                    <a:pt x="12528" y="19837"/>
                  </a:lnTo>
                  <a:lnTo>
                    <a:pt x="16416" y="18955"/>
                  </a:lnTo>
                  <a:lnTo>
                    <a:pt x="20304" y="12784"/>
                  </a:lnTo>
                  <a:lnTo>
                    <a:pt x="19872" y="7053"/>
                  </a:lnTo>
                  <a:lnTo>
                    <a:pt x="18576" y="6171"/>
                  </a:lnTo>
                  <a:lnTo>
                    <a:pt x="15120" y="2204"/>
                  </a:lnTo>
                  <a:close/>
                </a:path>
              </a:pathLst>
            </a:custGeom>
            <a:solidFill xmlns:a="http://schemas.openxmlformats.org/drawingml/2006/main">
              <a:srgbClr val="F7CAB5"/>
            </a:solidFill>
            <a:ln xmlns:a="http://schemas.openxmlformats.org/drawingml/2006/main">
              <a:noFill/>
            </a:ln>
          </p:spPr>
        </p:sp>
        <p:sp>
          <p:nvSpPr>
            <p:cNvPr id="105" name="scene-outline-object-n124-paint-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71514" y="11945017"/>
              <a:ext cx="561326" cy="550099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7776" y="441"/>
                  </a:moveTo>
                  <a:lnTo>
                    <a:pt x="13392" y="441"/>
                  </a:lnTo>
                  <a:lnTo>
                    <a:pt x="13392" y="882"/>
                  </a:lnTo>
                  <a:lnTo>
                    <a:pt x="15552" y="1322"/>
                  </a:lnTo>
                  <a:lnTo>
                    <a:pt x="19872" y="5731"/>
                  </a:lnTo>
                  <a:lnTo>
                    <a:pt x="19872" y="7053"/>
                  </a:lnTo>
                  <a:lnTo>
                    <a:pt x="18144" y="6612"/>
                  </a:lnTo>
                  <a:lnTo>
                    <a:pt x="18576" y="5290"/>
                  </a:lnTo>
                  <a:lnTo>
                    <a:pt x="15984" y="2645"/>
                  </a:lnTo>
                  <a:lnTo>
                    <a:pt x="12960" y="1763"/>
                  </a:lnTo>
                  <a:lnTo>
                    <a:pt x="12960" y="1322"/>
                  </a:lnTo>
                  <a:lnTo>
                    <a:pt x="9504" y="1322"/>
                  </a:lnTo>
                  <a:lnTo>
                    <a:pt x="9072" y="882"/>
                  </a:lnTo>
                  <a:lnTo>
                    <a:pt x="9072" y="1322"/>
                  </a:lnTo>
                  <a:lnTo>
                    <a:pt x="6912" y="1763"/>
                  </a:lnTo>
                  <a:lnTo>
                    <a:pt x="6048" y="2645"/>
                  </a:lnTo>
                  <a:lnTo>
                    <a:pt x="5616" y="2204"/>
                  </a:lnTo>
                  <a:lnTo>
                    <a:pt x="2592" y="5290"/>
                  </a:lnTo>
                  <a:lnTo>
                    <a:pt x="2592" y="7053"/>
                  </a:lnTo>
                  <a:lnTo>
                    <a:pt x="1728" y="7053"/>
                  </a:lnTo>
                  <a:lnTo>
                    <a:pt x="1296" y="13224"/>
                  </a:lnTo>
                  <a:lnTo>
                    <a:pt x="2160" y="14106"/>
                  </a:lnTo>
                  <a:lnTo>
                    <a:pt x="2592" y="15869"/>
                  </a:lnTo>
                  <a:lnTo>
                    <a:pt x="3024" y="15869"/>
                  </a:lnTo>
                  <a:lnTo>
                    <a:pt x="3024" y="17192"/>
                  </a:lnTo>
                  <a:lnTo>
                    <a:pt x="2592" y="17192"/>
                  </a:lnTo>
                  <a:lnTo>
                    <a:pt x="1728" y="14988"/>
                  </a:lnTo>
                  <a:lnTo>
                    <a:pt x="864" y="14106"/>
                  </a:lnTo>
                  <a:lnTo>
                    <a:pt x="432" y="9257"/>
                  </a:lnTo>
                  <a:lnTo>
                    <a:pt x="864" y="9257"/>
                  </a:lnTo>
                  <a:lnTo>
                    <a:pt x="1296" y="6171"/>
                  </a:lnTo>
                  <a:lnTo>
                    <a:pt x="2592" y="4849"/>
                  </a:lnTo>
                  <a:lnTo>
                    <a:pt x="3024" y="3527"/>
                  </a:lnTo>
                  <a:lnTo>
                    <a:pt x="4320" y="2204"/>
                  </a:lnTo>
                  <a:lnTo>
                    <a:pt x="7776" y="882"/>
                  </a:lnTo>
                  <a:close/>
                  <a:moveTo>
                    <a:pt x="19872" y="7053"/>
                  </a:moveTo>
                  <a:lnTo>
                    <a:pt x="20304" y="7053"/>
                  </a:lnTo>
                  <a:lnTo>
                    <a:pt x="20304" y="8376"/>
                  </a:lnTo>
                  <a:lnTo>
                    <a:pt x="19872" y="8376"/>
                  </a:lnTo>
                  <a:close/>
                  <a:moveTo>
                    <a:pt x="20304" y="8376"/>
                  </a:moveTo>
                  <a:lnTo>
                    <a:pt x="20736" y="8376"/>
                  </a:lnTo>
                  <a:lnTo>
                    <a:pt x="20736" y="13665"/>
                  </a:lnTo>
                  <a:lnTo>
                    <a:pt x="19872" y="14547"/>
                  </a:lnTo>
                  <a:lnTo>
                    <a:pt x="19440" y="16310"/>
                  </a:lnTo>
                  <a:lnTo>
                    <a:pt x="15984" y="19837"/>
                  </a:lnTo>
                  <a:lnTo>
                    <a:pt x="15120" y="19837"/>
                  </a:lnTo>
                  <a:lnTo>
                    <a:pt x="17712" y="17192"/>
                  </a:lnTo>
                  <a:lnTo>
                    <a:pt x="18144" y="17192"/>
                  </a:lnTo>
                  <a:lnTo>
                    <a:pt x="18576" y="15429"/>
                  </a:lnTo>
                  <a:lnTo>
                    <a:pt x="19872" y="14106"/>
                  </a:lnTo>
                  <a:lnTo>
                    <a:pt x="19872" y="12784"/>
                  </a:lnTo>
                  <a:lnTo>
                    <a:pt x="20304" y="12784"/>
                  </a:lnTo>
                  <a:close/>
                  <a:moveTo>
                    <a:pt x="3024" y="17192"/>
                  </a:moveTo>
                  <a:lnTo>
                    <a:pt x="4320" y="17633"/>
                  </a:lnTo>
                  <a:lnTo>
                    <a:pt x="5616" y="18955"/>
                  </a:lnTo>
                  <a:lnTo>
                    <a:pt x="6048" y="18514"/>
                  </a:lnTo>
                  <a:lnTo>
                    <a:pt x="6048" y="19396"/>
                  </a:lnTo>
                  <a:lnTo>
                    <a:pt x="9504" y="20278"/>
                  </a:lnTo>
                  <a:lnTo>
                    <a:pt x="9504" y="20718"/>
                  </a:lnTo>
                  <a:lnTo>
                    <a:pt x="10800" y="20278"/>
                  </a:lnTo>
                  <a:lnTo>
                    <a:pt x="10800" y="20718"/>
                  </a:lnTo>
                  <a:lnTo>
                    <a:pt x="12528" y="20718"/>
                  </a:lnTo>
                  <a:lnTo>
                    <a:pt x="12528" y="19837"/>
                  </a:lnTo>
                  <a:lnTo>
                    <a:pt x="14256" y="19837"/>
                  </a:lnTo>
                  <a:lnTo>
                    <a:pt x="14688" y="19396"/>
                  </a:lnTo>
                  <a:lnTo>
                    <a:pt x="15120" y="20278"/>
                  </a:lnTo>
                  <a:lnTo>
                    <a:pt x="12960" y="20718"/>
                  </a:lnTo>
                  <a:lnTo>
                    <a:pt x="12960" y="21159"/>
                  </a:lnTo>
                  <a:lnTo>
                    <a:pt x="8208" y="21159"/>
                  </a:lnTo>
                  <a:lnTo>
                    <a:pt x="8208" y="20718"/>
                  </a:lnTo>
                  <a:lnTo>
                    <a:pt x="6048" y="20278"/>
                  </a:lnTo>
                  <a:close/>
                </a:path>
              </a:pathLst>
            </a:custGeom>
            <a:solidFill xmlns:a="http://schemas.openxmlformats.org/drawingml/2006/main">
              <a:srgbClr val="BD4928"/>
            </a:solidFill>
            <a:ln xmlns:a="http://schemas.openxmlformats.org/drawingml/2006/main">
              <a:noFill/>
            </a:ln>
          </p:spPr>
        </p:sp>
        <p:sp>
          <p:nvSpPr>
            <p:cNvPr id="106" name="p0-ocr-066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1792" y="12078208"/>
              <a:ext cx="219456" cy="292608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" sz="1659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</a:p>
          </p:txBody>
        </p:sp>
      </p:grpSp>
      <p:grpSp>
        <p:nvGrpSpPr>
          <p:cNvPr id="107" name="scene-unit-object-n132"/>
          <p:cNvGrpSpPr/>
          <p:nvPr/>
        </p:nvGrpSpPr>
        <p:grpSpPr>
          <a:xfrm xmlns:a="http://schemas.openxmlformats.org/drawingml/2006/main">
            <a:off x="8306354" y="11943747"/>
            <a:ext cx="541413" cy="552639"/>
            <a:chOff x="8306354" y="11943747"/>
            <a:chExt cx="541413" cy="552639"/>
          </a:xfrm>
        </p:grpSpPr>
        <p:sp>
          <p:nvSpPr>
            <p:cNvPr id="108" name="scene-container-object-n132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8307624" y="11945017"/>
              <a:ext cx="538873" cy="550099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7200" y="0"/>
                  </a:moveTo>
                  <a:lnTo>
                    <a:pt x="14850" y="0"/>
                  </a:lnTo>
                  <a:lnTo>
                    <a:pt x="19800" y="3967"/>
                  </a:lnTo>
                  <a:lnTo>
                    <a:pt x="21600" y="7494"/>
                  </a:lnTo>
                  <a:lnTo>
                    <a:pt x="20700" y="17192"/>
                  </a:lnTo>
                  <a:lnTo>
                    <a:pt x="15300" y="21159"/>
                  </a:lnTo>
                  <a:lnTo>
                    <a:pt x="5400" y="21159"/>
                  </a:lnTo>
                  <a:lnTo>
                    <a:pt x="450" y="15869"/>
                  </a:lnTo>
                  <a:lnTo>
                    <a:pt x="0" y="5731"/>
                  </a:lnTo>
                  <a:lnTo>
                    <a:pt x="5400" y="441"/>
                  </a:lnTo>
                  <a:close/>
                </a:path>
              </a:pathLst>
            </a:custGeom>
            <a:solidFill xmlns:a="http://schemas.openxmlformats.org/drawingml/2006/main">
              <a:srgbClr val="126DC5"/>
            </a:solidFill>
            <a:ln xmlns:a="http://schemas.openxmlformats.org/drawingml/2006/main">
              <a:noFill/>
            </a:ln>
          </p:spPr>
        </p:sp>
        <p:sp>
          <p:nvSpPr>
            <p:cNvPr id="109" name="scene-outline-object-n132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8307624" y="11945017"/>
              <a:ext cx="538873" cy="550099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7200" y="0"/>
                  </a:moveTo>
                  <a:lnTo>
                    <a:pt x="14850" y="0"/>
                  </a:lnTo>
                  <a:lnTo>
                    <a:pt x="19800" y="3967"/>
                  </a:lnTo>
                  <a:lnTo>
                    <a:pt x="21600" y="7494"/>
                  </a:lnTo>
                  <a:lnTo>
                    <a:pt x="20700" y="17192"/>
                  </a:lnTo>
                  <a:lnTo>
                    <a:pt x="15300" y="21159"/>
                  </a:lnTo>
                  <a:lnTo>
                    <a:pt x="5400" y="21159"/>
                  </a:lnTo>
                  <a:lnTo>
                    <a:pt x="450" y="15869"/>
                  </a:lnTo>
                  <a:lnTo>
                    <a:pt x="0" y="5731"/>
                  </a:lnTo>
                  <a:lnTo>
                    <a:pt x="5400" y="441"/>
                  </a:lnTo>
                  <a:close/>
                  <a:moveTo>
                    <a:pt x="7200" y="1763"/>
                  </a:moveTo>
                  <a:lnTo>
                    <a:pt x="2250" y="5290"/>
                  </a:lnTo>
                  <a:lnTo>
                    <a:pt x="1350" y="11020"/>
                  </a:lnTo>
                  <a:lnTo>
                    <a:pt x="2250" y="15869"/>
                  </a:lnTo>
                  <a:lnTo>
                    <a:pt x="6300" y="19396"/>
                  </a:lnTo>
                  <a:lnTo>
                    <a:pt x="9000" y="19837"/>
                  </a:lnTo>
                  <a:lnTo>
                    <a:pt x="9000" y="20718"/>
                  </a:lnTo>
                  <a:lnTo>
                    <a:pt x="14400" y="20278"/>
                  </a:lnTo>
                  <a:lnTo>
                    <a:pt x="17550" y="18073"/>
                  </a:lnTo>
                  <a:lnTo>
                    <a:pt x="20700" y="13224"/>
                  </a:lnTo>
                  <a:lnTo>
                    <a:pt x="19800" y="6171"/>
                  </a:lnTo>
                  <a:lnTo>
                    <a:pt x="13950" y="1322"/>
                  </a:lnTo>
                  <a:lnTo>
                    <a:pt x="10350" y="882"/>
                  </a:lnTo>
                  <a:close/>
                </a:path>
              </a:pathLst>
            </a:custGeom>
            <a:solidFill xmlns:a="http://schemas.openxmlformats.org/drawingml/2006/main">
              <a:srgbClr val="B2DCF2"/>
            </a:solidFill>
            <a:ln xmlns:a="http://schemas.openxmlformats.org/drawingml/2006/main">
              <a:noFill/>
            </a:ln>
          </p:spPr>
        </p:sp>
        <p:sp>
          <p:nvSpPr>
            <p:cNvPr id="110" name="scene-outline-object-n132-paint-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8307624" y="11945017"/>
              <a:ext cx="538873" cy="550099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8100" y="882"/>
                  </a:moveTo>
                  <a:lnTo>
                    <a:pt x="8100" y="441"/>
                  </a:lnTo>
                  <a:lnTo>
                    <a:pt x="13500" y="441"/>
                  </a:lnTo>
                  <a:lnTo>
                    <a:pt x="13500" y="882"/>
                  </a:lnTo>
                  <a:lnTo>
                    <a:pt x="15750" y="1322"/>
                  </a:lnTo>
                  <a:lnTo>
                    <a:pt x="20700" y="6171"/>
                  </a:lnTo>
                  <a:lnTo>
                    <a:pt x="21600" y="11020"/>
                  </a:lnTo>
                  <a:lnTo>
                    <a:pt x="21150" y="11020"/>
                  </a:lnTo>
                  <a:lnTo>
                    <a:pt x="21150" y="13224"/>
                  </a:lnTo>
                  <a:lnTo>
                    <a:pt x="20250" y="12784"/>
                  </a:lnTo>
                  <a:lnTo>
                    <a:pt x="20700" y="9698"/>
                  </a:lnTo>
                  <a:lnTo>
                    <a:pt x="20250" y="9698"/>
                  </a:lnTo>
                  <a:lnTo>
                    <a:pt x="19800" y="6171"/>
                  </a:lnTo>
                  <a:lnTo>
                    <a:pt x="16650" y="3086"/>
                  </a:lnTo>
                  <a:lnTo>
                    <a:pt x="16200" y="3527"/>
                  </a:lnTo>
                  <a:lnTo>
                    <a:pt x="15750" y="2204"/>
                  </a:lnTo>
                  <a:lnTo>
                    <a:pt x="13950" y="1763"/>
                  </a:lnTo>
                  <a:lnTo>
                    <a:pt x="13950" y="1322"/>
                  </a:lnTo>
                  <a:lnTo>
                    <a:pt x="10350" y="882"/>
                  </a:lnTo>
                  <a:lnTo>
                    <a:pt x="10350" y="1322"/>
                  </a:lnTo>
                  <a:lnTo>
                    <a:pt x="7200" y="1763"/>
                  </a:lnTo>
                  <a:lnTo>
                    <a:pt x="6300" y="2645"/>
                  </a:lnTo>
                  <a:lnTo>
                    <a:pt x="4500" y="3086"/>
                  </a:lnTo>
                  <a:lnTo>
                    <a:pt x="4050" y="4408"/>
                  </a:lnTo>
                  <a:lnTo>
                    <a:pt x="2250" y="5290"/>
                  </a:lnTo>
                  <a:lnTo>
                    <a:pt x="1800" y="7053"/>
                  </a:lnTo>
                  <a:lnTo>
                    <a:pt x="1350" y="7053"/>
                  </a:lnTo>
                  <a:lnTo>
                    <a:pt x="1800" y="11020"/>
                  </a:lnTo>
                  <a:lnTo>
                    <a:pt x="1350" y="11020"/>
                  </a:lnTo>
                  <a:lnTo>
                    <a:pt x="1350" y="14106"/>
                  </a:lnTo>
                  <a:lnTo>
                    <a:pt x="2250" y="14988"/>
                  </a:lnTo>
                  <a:lnTo>
                    <a:pt x="3150" y="17192"/>
                  </a:lnTo>
                  <a:lnTo>
                    <a:pt x="5400" y="19396"/>
                  </a:lnTo>
                  <a:lnTo>
                    <a:pt x="6750" y="18955"/>
                  </a:lnTo>
                  <a:lnTo>
                    <a:pt x="7200" y="19837"/>
                  </a:lnTo>
                  <a:lnTo>
                    <a:pt x="9000" y="19837"/>
                  </a:lnTo>
                  <a:lnTo>
                    <a:pt x="9000" y="20718"/>
                  </a:lnTo>
                  <a:lnTo>
                    <a:pt x="13050" y="20718"/>
                  </a:lnTo>
                  <a:lnTo>
                    <a:pt x="13050" y="21159"/>
                  </a:lnTo>
                  <a:lnTo>
                    <a:pt x="8100" y="21159"/>
                  </a:lnTo>
                  <a:lnTo>
                    <a:pt x="8100" y="20718"/>
                  </a:lnTo>
                  <a:lnTo>
                    <a:pt x="5850" y="20278"/>
                  </a:lnTo>
                  <a:lnTo>
                    <a:pt x="1350" y="15869"/>
                  </a:lnTo>
                  <a:lnTo>
                    <a:pt x="900" y="13665"/>
                  </a:lnTo>
                  <a:lnTo>
                    <a:pt x="450" y="13665"/>
                  </a:lnTo>
                  <a:lnTo>
                    <a:pt x="450" y="7935"/>
                  </a:lnTo>
                  <a:lnTo>
                    <a:pt x="900" y="7935"/>
                  </a:lnTo>
                  <a:lnTo>
                    <a:pt x="1350" y="5731"/>
                  </a:lnTo>
                  <a:lnTo>
                    <a:pt x="2700" y="4408"/>
                  </a:lnTo>
                  <a:lnTo>
                    <a:pt x="2700" y="3527"/>
                  </a:lnTo>
                  <a:lnTo>
                    <a:pt x="4050" y="3086"/>
                  </a:lnTo>
                  <a:lnTo>
                    <a:pt x="5850" y="1322"/>
                  </a:lnTo>
                  <a:close/>
                  <a:moveTo>
                    <a:pt x="20700" y="13224"/>
                  </a:moveTo>
                  <a:lnTo>
                    <a:pt x="20250" y="15869"/>
                  </a:lnTo>
                  <a:lnTo>
                    <a:pt x="15750" y="20278"/>
                  </a:lnTo>
                  <a:lnTo>
                    <a:pt x="13050" y="20718"/>
                  </a:lnTo>
                  <a:lnTo>
                    <a:pt x="13050" y="20278"/>
                  </a:lnTo>
                  <a:lnTo>
                    <a:pt x="15300" y="19837"/>
                  </a:lnTo>
                  <a:lnTo>
                    <a:pt x="18000" y="17192"/>
                  </a:lnTo>
                  <a:lnTo>
                    <a:pt x="18450" y="15869"/>
                  </a:lnTo>
                  <a:lnTo>
                    <a:pt x="19800" y="15429"/>
                  </a:lnTo>
                  <a:lnTo>
                    <a:pt x="20250" y="13224"/>
                  </a:lnTo>
                  <a:close/>
                </a:path>
              </a:pathLst>
            </a:custGeom>
            <a:solidFill xmlns:a="http://schemas.openxmlformats.org/drawingml/2006/main">
              <a:srgbClr val="2A6FA8"/>
            </a:solidFill>
            <a:ln xmlns:a="http://schemas.openxmlformats.org/drawingml/2006/main">
              <a:noFill/>
            </a:ln>
          </p:spPr>
        </p:sp>
        <p:sp>
          <p:nvSpPr>
            <p:cNvPr id="111" name="p0-ocr-068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97824" y="12078208"/>
              <a:ext cx="195072" cy="292608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" sz="1659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</a:p>
          </p:txBody>
        </p:sp>
      </p:grpSp>
      <p:grpSp>
        <p:nvGrpSpPr>
          <p:cNvPr id="112" name="scene-unit-object-n117"/>
          <p:cNvGrpSpPr/>
          <p:nvPr/>
        </p:nvGrpSpPr>
        <p:grpSpPr>
          <a:xfrm xmlns:a="http://schemas.openxmlformats.org/drawingml/2006/main">
            <a:off x="425338" y="9260608"/>
            <a:ext cx="552639" cy="530186"/>
            <a:chOff x="425338" y="9260608"/>
            <a:chExt cx="552639" cy="530186"/>
          </a:xfrm>
        </p:grpSpPr>
        <p:sp>
          <p:nvSpPr>
            <p:cNvPr id="113" name="scene-container-object-n117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26608" y="9261878"/>
              <a:ext cx="550099" cy="527646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7494" y="0"/>
                  </a:moveTo>
                  <a:lnTo>
                    <a:pt x="13224" y="0"/>
                  </a:lnTo>
                  <a:lnTo>
                    <a:pt x="17633" y="2298"/>
                  </a:lnTo>
                  <a:lnTo>
                    <a:pt x="21600" y="10111"/>
                  </a:lnTo>
                  <a:lnTo>
                    <a:pt x="19396" y="17004"/>
                  </a:lnTo>
                  <a:lnTo>
                    <a:pt x="13224" y="21600"/>
                  </a:lnTo>
                  <a:lnTo>
                    <a:pt x="4849" y="20681"/>
                  </a:lnTo>
                  <a:lnTo>
                    <a:pt x="882" y="16085"/>
                  </a:lnTo>
                  <a:lnTo>
                    <a:pt x="0" y="8732"/>
                  </a:lnTo>
                  <a:lnTo>
                    <a:pt x="3527" y="2298"/>
                  </a:lnTo>
                  <a:close/>
                </a:path>
              </a:pathLst>
            </a:custGeom>
            <a:solidFill xmlns:a="http://schemas.openxmlformats.org/drawingml/2006/main">
              <a:srgbClr val="1870BA"/>
            </a:solidFill>
            <a:ln xmlns:a="http://schemas.openxmlformats.org/drawingml/2006/main">
              <a:noFill/>
            </a:ln>
          </p:spPr>
        </p:sp>
        <p:sp>
          <p:nvSpPr>
            <p:cNvPr id="114" name="scene-outline-object-n117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26608" y="9261878"/>
              <a:ext cx="550099" cy="527646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7494" y="0"/>
                  </a:moveTo>
                  <a:lnTo>
                    <a:pt x="13224" y="0"/>
                  </a:lnTo>
                  <a:lnTo>
                    <a:pt x="17633" y="2298"/>
                  </a:lnTo>
                  <a:lnTo>
                    <a:pt x="21600" y="10111"/>
                  </a:lnTo>
                  <a:lnTo>
                    <a:pt x="19396" y="17004"/>
                  </a:lnTo>
                  <a:lnTo>
                    <a:pt x="13224" y="21600"/>
                  </a:lnTo>
                  <a:lnTo>
                    <a:pt x="4849" y="20681"/>
                  </a:lnTo>
                  <a:lnTo>
                    <a:pt x="882" y="16085"/>
                  </a:lnTo>
                  <a:lnTo>
                    <a:pt x="0" y="8732"/>
                  </a:lnTo>
                  <a:lnTo>
                    <a:pt x="3527" y="2298"/>
                  </a:lnTo>
                  <a:close/>
                  <a:moveTo>
                    <a:pt x="7935" y="919"/>
                  </a:moveTo>
                  <a:lnTo>
                    <a:pt x="7053" y="3217"/>
                  </a:lnTo>
                  <a:lnTo>
                    <a:pt x="4408" y="3217"/>
                  </a:lnTo>
                  <a:lnTo>
                    <a:pt x="3967" y="5055"/>
                  </a:lnTo>
                  <a:lnTo>
                    <a:pt x="2204" y="5515"/>
                  </a:lnTo>
                  <a:lnTo>
                    <a:pt x="882" y="13787"/>
                  </a:lnTo>
                  <a:lnTo>
                    <a:pt x="4408" y="18843"/>
                  </a:lnTo>
                  <a:lnTo>
                    <a:pt x="7494" y="20221"/>
                  </a:lnTo>
                  <a:lnTo>
                    <a:pt x="13224" y="20221"/>
                  </a:lnTo>
                  <a:lnTo>
                    <a:pt x="16751" y="18383"/>
                  </a:lnTo>
                  <a:lnTo>
                    <a:pt x="19837" y="14247"/>
                  </a:lnTo>
                  <a:lnTo>
                    <a:pt x="19837" y="8732"/>
                  </a:lnTo>
                  <a:lnTo>
                    <a:pt x="14547" y="1838"/>
                  </a:lnTo>
                  <a:close/>
                </a:path>
              </a:pathLst>
            </a:custGeom>
            <a:solidFill xmlns:a="http://schemas.openxmlformats.org/drawingml/2006/main">
              <a:srgbClr val="B5DDF1"/>
            </a:solidFill>
            <a:ln xmlns:a="http://schemas.openxmlformats.org/drawingml/2006/main">
              <a:noFill/>
            </a:ln>
          </p:spPr>
        </p:sp>
        <p:sp>
          <p:nvSpPr>
            <p:cNvPr id="115" name="scene-outline-object-n117-paint-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26608" y="9261878"/>
              <a:ext cx="550099" cy="527646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7935" y="460"/>
                  </a:moveTo>
                  <a:lnTo>
                    <a:pt x="12784" y="460"/>
                  </a:lnTo>
                  <a:lnTo>
                    <a:pt x="12784" y="919"/>
                  </a:lnTo>
                  <a:lnTo>
                    <a:pt x="7935" y="919"/>
                  </a:lnTo>
                  <a:close/>
                  <a:moveTo>
                    <a:pt x="7935" y="919"/>
                  </a:moveTo>
                  <a:lnTo>
                    <a:pt x="7053" y="1838"/>
                  </a:lnTo>
                  <a:lnTo>
                    <a:pt x="7053" y="3217"/>
                  </a:lnTo>
                  <a:lnTo>
                    <a:pt x="4408" y="3217"/>
                  </a:lnTo>
                  <a:lnTo>
                    <a:pt x="3967" y="5055"/>
                  </a:lnTo>
                  <a:lnTo>
                    <a:pt x="2204" y="5515"/>
                  </a:lnTo>
                  <a:lnTo>
                    <a:pt x="1763" y="8272"/>
                  </a:lnTo>
                  <a:lnTo>
                    <a:pt x="1322" y="8272"/>
                  </a:lnTo>
                  <a:lnTo>
                    <a:pt x="1763" y="10570"/>
                  </a:lnTo>
                  <a:lnTo>
                    <a:pt x="882" y="10111"/>
                  </a:lnTo>
                  <a:lnTo>
                    <a:pt x="882" y="13328"/>
                  </a:lnTo>
                  <a:lnTo>
                    <a:pt x="441" y="13328"/>
                  </a:lnTo>
                  <a:lnTo>
                    <a:pt x="882" y="6894"/>
                  </a:lnTo>
                  <a:lnTo>
                    <a:pt x="1763" y="5974"/>
                  </a:lnTo>
                  <a:lnTo>
                    <a:pt x="2645" y="3677"/>
                  </a:lnTo>
                  <a:lnTo>
                    <a:pt x="3967" y="2298"/>
                  </a:lnTo>
                  <a:lnTo>
                    <a:pt x="6171" y="1379"/>
                  </a:lnTo>
                  <a:lnTo>
                    <a:pt x="6171" y="919"/>
                  </a:lnTo>
                  <a:close/>
                  <a:moveTo>
                    <a:pt x="12784" y="919"/>
                  </a:moveTo>
                  <a:lnTo>
                    <a:pt x="14547" y="919"/>
                  </a:lnTo>
                  <a:lnTo>
                    <a:pt x="15869" y="2298"/>
                  </a:lnTo>
                  <a:lnTo>
                    <a:pt x="17192" y="2757"/>
                  </a:lnTo>
                  <a:lnTo>
                    <a:pt x="18514" y="4136"/>
                  </a:lnTo>
                  <a:lnTo>
                    <a:pt x="19396" y="6894"/>
                  </a:lnTo>
                  <a:lnTo>
                    <a:pt x="19837" y="6894"/>
                  </a:lnTo>
                  <a:lnTo>
                    <a:pt x="19837" y="8272"/>
                  </a:lnTo>
                  <a:lnTo>
                    <a:pt x="20278" y="8272"/>
                  </a:lnTo>
                  <a:lnTo>
                    <a:pt x="20278" y="13328"/>
                  </a:lnTo>
                  <a:lnTo>
                    <a:pt x="19837" y="13328"/>
                  </a:lnTo>
                  <a:lnTo>
                    <a:pt x="19837" y="8732"/>
                  </a:lnTo>
                  <a:lnTo>
                    <a:pt x="19396" y="8732"/>
                  </a:lnTo>
                  <a:lnTo>
                    <a:pt x="18955" y="6894"/>
                  </a:lnTo>
                  <a:lnTo>
                    <a:pt x="16310" y="4136"/>
                  </a:lnTo>
                  <a:lnTo>
                    <a:pt x="15869" y="2757"/>
                  </a:lnTo>
                  <a:lnTo>
                    <a:pt x="14547" y="2298"/>
                  </a:lnTo>
                  <a:lnTo>
                    <a:pt x="14547" y="1838"/>
                  </a:lnTo>
                  <a:lnTo>
                    <a:pt x="12784" y="1379"/>
                  </a:lnTo>
                  <a:close/>
                  <a:moveTo>
                    <a:pt x="882" y="13787"/>
                  </a:moveTo>
                  <a:lnTo>
                    <a:pt x="2645" y="15626"/>
                  </a:lnTo>
                  <a:lnTo>
                    <a:pt x="2204" y="16545"/>
                  </a:lnTo>
                  <a:lnTo>
                    <a:pt x="1763" y="16545"/>
                  </a:lnTo>
                  <a:close/>
                  <a:moveTo>
                    <a:pt x="2204" y="16545"/>
                  </a:moveTo>
                  <a:lnTo>
                    <a:pt x="2645" y="16545"/>
                  </a:lnTo>
                  <a:lnTo>
                    <a:pt x="2645" y="17004"/>
                  </a:lnTo>
                  <a:lnTo>
                    <a:pt x="2204" y="17004"/>
                  </a:lnTo>
                  <a:close/>
                  <a:moveTo>
                    <a:pt x="2645" y="17004"/>
                  </a:moveTo>
                  <a:lnTo>
                    <a:pt x="4408" y="18843"/>
                  </a:lnTo>
                  <a:lnTo>
                    <a:pt x="6612" y="19302"/>
                  </a:lnTo>
                  <a:lnTo>
                    <a:pt x="7494" y="20221"/>
                  </a:lnTo>
                  <a:lnTo>
                    <a:pt x="13224" y="20221"/>
                  </a:lnTo>
                  <a:lnTo>
                    <a:pt x="13224" y="19762"/>
                  </a:lnTo>
                  <a:lnTo>
                    <a:pt x="15429" y="19302"/>
                  </a:lnTo>
                  <a:lnTo>
                    <a:pt x="15429" y="18383"/>
                  </a:lnTo>
                  <a:lnTo>
                    <a:pt x="16751" y="18383"/>
                  </a:lnTo>
                  <a:lnTo>
                    <a:pt x="16751" y="18843"/>
                  </a:lnTo>
                  <a:lnTo>
                    <a:pt x="15869" y="19762"/>
                  </a:lnTo>
                  <a:lnTo>
                    <a:pt x="14106" y="20221"/>
                  </a:lnTo>
                  <a:lnTo>
                    <a:pt x="14106" y="20681"/>
                  </a:lnTo>
                  <a:lnTo>
                    <a:pt x="12784" y="20681"/>
                  </a:lnTo>
                  <a:lnTo>
                    <a:pt x="12784" y="21140"/>
                  </a:lnTo>
                  <a:lnTo>
                    <a:pt x="7494" y="21140"/>
                  </a:lnTo>
                  <a:lnTo>
                    <a:pt x="6612" y="20221"/>
                  </a:lnTo>
                  <a:lnTo>
                    <a:pt x="4849" y="19762"/>
                  </a:lnTo>
                  <a:lnTo>
                    <a:pt x="3086" y="17923"/>
                  </a:lnTo>
                  <a:lnTo>
                    <a:pt x="2645" y="17923"/>
                  </a:lnTo>
                  <a:close/>
                  <a:moveTo>
                    <a:pt x="19396" y="14247"/>
                  </a:moveTo>
                  <a:lnTo>
                    <a:pt x="19837" y="14247"/>
                  </a:lnTo>
                  <a:lnTo>
                    <a:pt x="19837" y="14706"/>
                  </a:lnTo>
                  <a:lnTo>
                    <a:pt x="19396" y="14706"/>
                  </a:lnTo>
                  <a:close/>
                  <a:moveTo>
                    <a:pt x="19396" y="14706"/>
                  </a:moveTo>
                  <a:lnTo>
                    <a:pt x="19396" y="15626"/>
                  </a:lnTo>
                  <a:lnTo>
                    <a:pt x="18955" y="15626"/>
                  </a:lnTo>
                  <a:lnTo>
                    <a:pt x="18955" y="14706"/>
                  </a:lnTo>
                  <a:close/>
                  <a:moveTo>
                    <a:pt x="18955" y="15626"/>
                  </a:moveTo>
                  <a:lnTo>
                    <a:pt x="18955" y="16545"/>
                  </a:lnTo>
                  <a:lnTo>
                    <a:pt x="18073" y="17004"/>
                  </a:lnTo>
                  <a:lnTo>
                    <a:pt x="18073" y="16085"/>
                  </a:lnTo>
                  <a:close/>
                  <a:moveTo>
                    <a:pt x="18073" y="17004"/>
                  </a:moveTo>
                  <a:lnTo>
                    <a:pt x="16751" y="18383"/>
                  </a:lnTo>
                  <a:lnTo>
                    <a:pt x="16751" y="17464"/>
                  </a:lnTo>
                  <a:close/>
                </a:path>
              </a:pathLst>
            </a:custGeom>
            <a:solidFill xmlns:a="http://schemas.openxmlformats.org/drawingml/2006/main">
              <a:srgbClr val="3676AA"/>
            </a:solidFill>
            <a:ln xmlns:a="http://schemas.openxmlformats.org/drawingml/2006/main">
              <a:noFill/>
            </a:ln>
          </p:spPr>
        </p:sp>
        <p:sp>
          <p:nvSpPr>
            <p:cNvPr id="116" name="p0-ocr-065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7408" y="9395968"/>
              <a:ext cx="170688" cy="276352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" sz="1567" b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</a:p>
          </p:txBody>
        </p:sp>
      </p:grpSp>
      <p:grpSp>
        <p:nvGrpSpPr>
          <p:cNvPr id="117" name="scene-unit-object-n106"/>
          <p:cNvGrpSpPr/>
          <p:nvPr/>
        </p:nvGrpSpPr>
        <p:grpSpPr>
          <a:xfrm xmlns:a="http://schemas.openxmlformats.org/drawingml/2006/main">
            <a:off x="436564" y="4579150"/>
            <a:ext cx="518960" cy="518960"/>
            <a:chOff x="436564" y="4579150"/>
            <a:chExt cx="518960" cy="518960"/>
          </a:xfrm>
        </p:grpSpPr>
        <p:sp>
          <p:nvSpPr>
            <p:cNvPr id="118" name="scene-container-object-n106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37834" y="4580420"/>
              <a:ext cx="516420" cy="516420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7983" y="0"/>
                  </a:moveTo>
                  <a:lnTo>
                    <a:pt x="16435" y="939"/>
                  </a:lnTo>
                  <a:lnTo>
                    <a:pt x="20661" y="5165"/>
                  </a:lnTo>
                  <a:lnTo>
                    <a:pt x="21600" y="14087"/>
                  </a:lnTo>
                  <a:lnTo>
                    <a:pt x="17374" y="19722"/>
                  </a:lnTo>
                  <a:lnTo>
                    <a:pt x="12678" y="21600"/>
                  </a:lnTo>
                  <a:lnTo>
                    <a:pt x="4226" y="20191"/>
                  </a:lnTo>
                  <a:lnTo>
                    <a:pt x="470" y="15026"/>
                  </a:lnTo>
                  <a:lnTo>
                    <a:pt x="470" y="6104"/>
                  </a:lnTo>
                  <a:lnTo>
                    <a:pt x="2348" y="2348"/>
                  </a:lnTo>
                  <a:close/>
                </a:path>
              </a:pathLst>
            </a:custGeom>
            <a:solidFill xmlns:a="http://schemas.openxmlformats.org/drawingml/2006/main">
              <a:srgbClr val="D43908"/>
            </a:solidFill>
            <a:ln xmlns:a="http://schemas.openxmlformats.org/drawingml/2006/main">
              <a:noFill/>
            </a:ln>
          </p:spPr>
        </p:sp>
        <p:sp>
          <p:nvSpPr>
            <p:cNvPr id="119" name="scene-outline-object-n106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37834" y="4580420"/>
              <a:ext cx="516420" cy="516420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7983" y="0"/>
                  </a:moveTo>
                  <a:lnTo>
                    <a:pt x="16435" y="939"/>
                  </a:lnTo>
                  <a:lnTo>
                    <a:pt x="20661" y="5165"/>
                  </a:lnTo>
                  <a:lnTo>
                    <a:pt x="21600" y="14087"/>
                  </a:lnTo>
                  <a:lnTo>
                    <a:pt x="17374" y="19722"/>
                  </a:lnTo>
                  <a:lnTo>
                    <a:pt x="12678" y="21600"/>
                  </a:lnTo>
                  <a:lnTo>
                    <a:pt x="4226" y="20191"/>
                  </a:lnTo>
                  <a:lnTo>
                    <a:pt x="470" y="15026"/>
                  </a:lnTo>
                  <a:lnTo>
                    <a:pt x="470" y="6104"/>
                  </a:lnTo>
                  <a:lnTo>
                    <a:pt x="2348" y="2348"/>
                  </a:lnTo>
                  <a:close/>
                  <a:moveTo>
                    <a:pt x="7513" y="1409"/>
                  </a:moveTo>
                  <a:lnTo>
                    <a:pt x="2348" y="5635"/>
                  </a:lnTo>
                  <a:lnTo>
                    <a:pt x="939" y="11739"/>
                  </a:lnTo>
                  <a:lnTo>
                    <a:pt x="4226" y="18313"/>
                  </a:lnTo>
                  <a:lnTo>
                    <a:pt x="7043" y="19722"/>
                  </a:lnTo>
                  <a:lnTo>
                    <a:pt x="12209" y="20191"/>
                  </a:lnTo>
                  <a:lnTo>
                    <a:pt x="15026" y="19252"/>
                  </a:lnTo>
                  <a:lnTo>
                    <a:pt x="19252" y="15496"/>
                  </a:lnTo>
                  <a:lnTo>
                    <a:pt x="20191" y="7983"/>
                  </a:lnTo>
                  <a:lnTo>
                    <a:pt x="15496" y="1878"/>
                  </a:lnTo>
                  <a:close/>
                </a:path>
              </a:pathLst>
            </a:custGeom>
            <a:solidFill xmlns:a="http://schemas.openxmlformats.org/drawingml/2006/main">
              <a:srgbClr val="F7CAB5"/>
            </a:solidFill>
            <a:ln xmlns:a="http://schemas.openxmlformats.org/drawingml/2006/main">
              <a:noFill/>
            </a:ln>
          </p:spPr>
        </p:sp>
        <p:sp>
          <p:nvSpPr>
            <p:cNvPr id="120" name="scene-outline-object-n106-paint-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37834" y="4580420"/>
              <a:ext cx="516420" cy="516420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8452" y="470"/>
                  </a:moveTo>
                  <a:lnTo>
                    <a:pt x="13148" y="470"/>
                  </a:lnTo>
                  <a:lnTo>
                    <a:pt x="13148" y="939"/>
                  </a:lnTo>
                  <a:lnTo>
                    <a:pt x="15496" y="1409"/>
                  </a:lnTo>
                  <a:lnTo>
                    <a:pt x="15496" y="1878"/>
                  </a:lnTo>
                  <a:lnTo>
                    <a:pt x="14087" y="1878"/>
                  </a:lnTo>
                  <a:lnTo>
                    <a:pt x="14087" y="1409"/>
                  </a:lnTo>
                  <a:lnTo>
                    <a:pt x="7513" y="1409"/>
                  </a:lnTo>
                  <a:lnTo>
                    <a:pt x="6574" y="2348"/>
                  </a:lnTo>
                  <a:lnTo>
                    <a:pt x="5635" y="2348"/>
                  </a:lnTo>
                  <a:lnTo>
                    <a:pt x="5635" y="3287"/>
                  </a:lnTo>
                  <a:lnTo>
                    <a:pt x="4226" y="3757"/>
                  </a:lnTo>
                  <a:lnTo>
                    <a:pt x="2348" y="5635"/>
                  </a:lnTo>
                  <a:lnTo>
                    <a:pt x="1409" y="9391"/>
                  </a:lnTo>
                  <a:lnTo>
                    <a:pt x="939" y="9391"/>
                  </a:lnTo>
                  <a:lnTo>
                    <a:pt x="1409" y="13148"/>
                  </a:lnTo>
                  <a:lnTo>
                    <a:pt x="1878" y="13148"/>
                  </a:lnTo>
                  <a:lnTo>
                    <a:pt x="2348" y="15496"/>
                  </a:lnTo>
                  <a:lnTo>
                    <a:pt x="4226" y="17374"/>
                  </a:lnTo>
                  <a:lnTo>
                    <a:pt x="4226" y="18313"/>
                  </a:lnTo>
                  <a:lnTo>
                    <a:pt x="3287" y="18313"/>
                  </a:lnTo>
                  <a:lnTo>
                    <a:pt x="2817" y="16904"/>
                  </a:lnTo>
                  <a:lnTo>
                    <a:pt x="1409" y="15496"/>
                  </a:lnTo>
                  <a:lnTo>
                    <a:pt x="939" y="13148"/>
                  </a:lnTo>
                  <a:lnTo>
                    <a:pt x="470" y="13148"/>
                  </a:lnTo>
                  <a:lnTo>
                    <a:pt x="939" y="6574"/>
                  </a:lnTo>
                  <a:lnTo>
                    <a:pt x="2348" y="5165"/>
                  </a:lnTo>
                  <a:lnTo>
                    <a:pt x="2817" y="3757"/>
                  </a:lnTo>
                  <a:lnTo>
                    <a:pt x="4226" y="2348"/>
                  </a:lnTo>
                  <a:lnTo>
                    <a:pt x="7043" y="1409"/>
                  </a:lnTo>
                  <a:lnTo>
                    <a:pt x="7043" y="939"/>
                  </a:lnTo>
                  <a:lnTo>
                    <a:pt x="8452" y="939"/>
                  </a:lnTo>
                  <a:close/>
                  <a:moveTo>
                    <a:pt x="15496" y="1878"/>
                  </a:moveTo>
                  <a:lnTo>
                    <a:pt x="17843" y="2817"/>
                  </a:lnTo>
                  <a:lnTo>
                    <a:pt x="19252" y="4226"/>
                  </a:lnTo>
                  <a:lnTo>
                    <a:pt x="20191" y="7043"/>
                  </a:lnTo>
                  <a:lnTo>
                    <a:pt x="20661" y="7043"/>
                  </a:lnTo>
                  <a:lnTo>
                    <a:pt x="21130" y="12678"/>
                  </a:lnTo>
                  <a:lnTo>
                    <a:pt x="20661" y="12678"/>
                  </a:lnTo>
                  <a:lnTo>
                    <a:pt x="20191" y="15496"/>
                  </a:lnTo>
                  <a:lnTo>
                    <a:pt x="15965" y="19722"/>
                  </a:lnTo>
                  <a:lnTo>
                    <a:pt x="11270" y="21130"/>
                  </a:lnTo>
                  <a:lnTo>
                    <a:pt x="11270" y="20661"/>
                  </a:lnTo>
                  <a:lnTo>
                    <a:pt x="7513" y="20661"/>
                  </a:lnTo>
                  <a:lnTo>
                    <a:pt x="6574" y="19722"/>
                  </a:lnTo>
                  <a:lnTo>
                    <a:pt x="4696" y="19252"/>
                  </a:lnTo>
                  <a:lnTo>
                    <a:pt x="4226" y="18313"/>
                  </a:lnTo>
                  <a:lnTo>
                    <a:pt x="7043" y="19252"/>
                  </a:lnTo>
                  <a:lnTo>
                    <a:pt x="7043" y="19722"/>
                  </a:lnTo>
                  <a:lnTo>
                    <a:pt x="12209" y="20191"/>
                  </a:lnTo>
                  <a:lnTo>
                    <a:pt x="12209" y="19722"/>
                  </a:lnTo>
                  <a:lnTo>
                    <a:pt x="15026" y="19252"/>
                  </a:lnTo>
                  <a:lnTo>
                    <a:pt x="18783" y="15496"/>
                  </a:lnTo>
                  <a:lnTo>
                    <a:pt x="19252" y="15496"/>
                  </a:lnTo>
                  <a:lnTo>
                    <a:pt x="19252" y="13617"/>
                  </a:lnTo>
                  <a:lnTo>
                    <a:pt x="20191" y="13148"/>
                  </a:lnTo>
                  <a:lnTo>
                    <a:pt x="20191" y="7983"/>
                  </a:lnTo>
                  <a:lnTo>
                    <a:pt x="19252" y="7513"/>
                  </a:lnTo>
                  <a:lnTo>
                    <a:pt x="18783" y="5635"/>
                  </a:lnTo>
                  <a:lnTo>
                    <a:pt x="15496" y="2348"/>
                  </a:lnTo>
                  <a:close/>
                </a:path>
              </a:pathLst>
            </a:custGeom>
            <a:solidFill xmlns:a="http://schemas.openxmlformats.org/drawingml/2006/main">
              <a:srgbClr val="BC4E2C"/>
            </a:solidFill>
            <a:ln xmlns:a="http://schemas.openxmlformats.org/drawingml/2006/main">
              <a:noFill/>
            </a:ln>
          </p:spPr>
        </p:sp>
        <p:sp>
          <p:nvSpPr>
            <p:cNvPr id="121" name="p0-ocr-063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7408" y="4697984"/>
              <a:ext cx="170688" cy="276352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" sz="1567" b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</a:p>
          </p:txBody>
        </p:sp>
      </p:grpSp>
      <p:grpSp>
        <p:nvGrpSpPr>
          <p:cNvPr id="122" name="scene-unit-object-n128"/>
          <p:cNvGrpSpPr/>
          <p:nvPr/>
        </p:nvGrpSpPr>
        <p:grpSpPr>
          <a:xfrm xmlns:a="http://schemas.openxmlformats.org/drawingml/2006/main">
            <a:off x="4500564" y="11954973"/>
            <a:ext cx="507733" cy="530186"/>
            <a:chOff x="4500564" y="11954973"/>
            <a:chExt cx="507733" cy="530186"/>
          </a:xfrm>
        </p:grpSpPr>
        <p:sp>
          <p:nvSpPr>
            <p:cNvPr id="123" name="scene-container-object-n128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501834" y="11956243"/>
              <a:ext cx="505193" cy="527646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9120" y="0"/>
                  </a:moveTo>
                  <a:lnTo>
                    <a:pt x="9600" y="460"/>
                  </a:lnTo>
                  <a:lnTo>
                    <a:pt x="11520" y="460"/>
                  </a:lnTo>
                  <a:lnTo>
                    <a:pt x="12000" y="0"/>
                  </a:lnTo>
                  <a:lnTo>
                    <a:pt x="12000" y="460"/>
                  </a:lnTo>
                  <a:lnTo>
                    <a:pt x="15360" y="919"/>
                  </a:lnTo>
                  <a:lnTo>
                    <a:pt x="16320" y="1838"/>
                  </a:lnTo>
                  <a:lnTo>
                    <a:pt x="17760" y="2298"/>
                  </a:lnTo>
                  <a:lnTo>
                    <a:pt x="17280" y="3217"/>
                  </a:lnTo>
                  <a:lnTo>
                    <a:pt x="18240" y="2757"/>
                  </a:lnTo>
                  <a:lnTo>
                    <a:pt x="19200" y="5055"/>
                  </a:lnTo>
                  <a:lnTo>
                    <a:pt x="20640" y="5515"/>
                  </a:lnTo>
                  <a:lnTo>
                    <a:pt x="20160" y="6434"/>
                  </a:lnTo>
                  <a:lnTo>
                    <a:pt x="21600" y="7813"/>
                  </a:lnTo>
                  <a:lnTo>
                    <a:pt x="21120" y="11030"/>
                  </a:lnTo>
                  <a:lnTo>
                    <a:pt x="21600" y="11030"/>
                  </a:lnTo>
                  <a:lnTo>
                    <a:pt x="21120" y="14706"/>
                  </a:lnTo>
                  <a:lnTo>
                    <a:pt x="20640" y="14706"/>
                  </a:lnTo>
                  <a:lnTo>
                    <a:pt x="20160" y="16545"/>
                  </a:lnTo>
                  <a:lnTo>
                    <a:pt x="18240" y="18383"/>
                  </a:lnTo>
                  <a:lnTo>
                    <a:pt x="18240" y="18843"/>
                  </a:lnTo>
                  <a:lnTo>
                    <a:pt x="16800" y="18843"/>
                  </a:lnTo>
                  <a:lnTo>
                    <a:pt x="16320" y="20221"/>
                  </a:lnTo>
                  <a:lnTo>
                    <a:pt x="14400" y="20221"/>
                  </a:lnTo>
                  <a:lnTo>
                    <a:pt x="13920" y="20681"/>
                  </a:lnTo>
                  <a:lnTo>
                    <a:pt x="13440" y="20221"/>
                  </a:lnTo>
                  <a:lnTo>
                    <a:pt x="13920" y="21140"/>
                  </a:lnTo>
                  <a:lnTo>
                    <a:pt x="12000" y="21140"/>
                  </a:lnTo>
                  <a:lnTo>
                    <a:pt x="12000" y="21600"/>
                  </a:lnTo>
                  <a:lnTo>
                    <a:pt x="6240" y="20681"/>
                  </a:lnTo>
                  <a:lnTo>
                    <a:pt x="2880" y="17464"/>
                  </a:lnTo>
                  <a:lnTo>
                    <a:pt x="1920" y="17464"/>
                  </a:lnTo>
                  <a:lnTo>
                    <a:pt x="960" y="15166"/>
                  </a:lnTo>
                  <a:lnTo>
                    <a:pt x="480" y="15166"/>
                  </a:lnTo>
                  <a:lnTo>
                    <a:pt x="0" y="9651"/>
                  </a:lnTo>
                  <a:lnTo>
                    <a:pt x="480" y="9651"/>
                  </a:lnTo>
                  <a:lnTo>
                    <a:pt x="480" y="5974"/>
                  </a:lnTo>
                  <a:lnTo>
                    <a:pt x="5280" y="1379"/>
                  </a:lnTo>
                  <a:lnTo>
                    <a:pt x="5760" y="1838"/>
                  </a:lnTo>
                  <a:lnTo>
                    <a:pt x="5760" y="919"/>
                  </a:lnTo>
                  <a:lnTo>
                    <a:pt x="7680" y="460"/>
                  </a:lnTo>
                  <a:lnTo>
                    <a:pt x="7680" y="919"/>
                  </a:lnTo>
                  <a:lnTo>
                    <a:pt x="9120" y="919"/>
                  </a:lnTo>
                  <a:close/>
                </a:path>
              </a:pathLst>
            </a:custGeom>
            <a:solidFill xmlns:a="http://schemas.openxmlformats.org/drawingml/2006/main">
              <a:srgbClr val="1E7044"/>
            </a:solidFill>
            <a:ln xmlns:a="http://schemas.openxmlformats.org/drawingml/2006/main">
              <a:noFill/>
            </a:ln>
          </p:spPr>
        </p:sp>
        <p:sp>
          <p:nvSpPr>
            <p:cNvPr id="124" name="p0-ocr-067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57344" y="12078208"/>
              <a:ext cx="195072" cy="292608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" sz="1659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</a:p>
          </p:txBody>
        </p:sp>
      </p:grpSp>
      <p:grpSp>
        <p:nvGrpSpPr>
          <p:cNvPr id="125" name="scene-unit-object-n109"/>
          <p:cNvGrpSpPr/>
          <p:nvPr/>
        </p:nvGrpSpPr>
        <p:grpSpPr>
          <a:xfrm xmlns:a="http://schemas.openxmlformats.org/drawingml/2006/main">
            <a:off x="459017" y="6835680"/>
            <a:ext cx="485280" cy="485280"/>
            <a:chOff x="459017" y="6835680"/>
            <a:chExt cx="485280" cy="485280"/>
          </a:xfrm>
        </p:grpSpPr>
        <p:sp>
          <p:nvSpPr>
            <p:cNvPr id="126" name="scene-container-object-n109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60287" y="6836950"/>
              <a:ext cx="482740" cy="482740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8540" y="0"/>
                  </a:moveTo>
                  <a:lnTo>
                    <a:pt x="11553" y="0"/>
                  </a:lnTo>
                  <a:lnTo>
                    <a:pt x="11553" y="502"/>
                  </a:lnTo>
                  <a:lnTo>
                    <a:pt x="10047" y="502"/>
                  </a:lnTo>
                  <a:lnTo>
                    <a:pt x="10047" y="1005"/>
                  </a:lnTo>
                  <a:lnTo>
                    <a:pt x="13060" y="502"/>
                  </a:lnTo>
                  <a:lnTo>
                    <a:pt x="13563" y="1005"/>
                  </a:lnTo>
                  <a:lnTo>
                    <a:pt x="13563" y="502"/>
                  </a:lnTo>
                  <a:lnTo>
                    <a:pt x="15572" y="1005"/>
                  </a:lnTo>
                  <a:lnTo>
                    <a:pt x="15572" y="2009"/>
                  </a:lnTo>
                  <a:lnTo>
                    <a:pt x="17079" y="2009"/>
                  </a:lnTo>
                  <a:lnTo>
                    <a:pt x="16074" y="3014"/>
                  </a:lnTo>
                  <a:lnTo>
                    <a:pt x="18586" y="4019"/>
                  </a:lnTo>
                  <a:lnTo>
                    <a:pt x="18586" y="5023"/>
                  </a:lnTo>
                  <a:lnTo>
                    <a:pt x="19591" y="4521"/>
                  </a:lnTo>
                  <a:lnTo>
                    <a:pt x="20093" y="6530"/>
                  </a:lnTo>
                  <a:lnTo>
                    <a:pt x="20595" y="6530"/>
                  </a:lnTo>
                  <a:lnTo>
                    <a:pt x="21098" y="9544"/>
                  </a:lnTo>
                  <a:lnTo>
                    <a:pt x="21600" y="9544"/>
                  </a:lnTo>
                  <a:lnTo>
                    <a:pt x="21098" y="14065"/>
                  </a:lnTo>
                  <a:lnTo>
                    <a:pt x="20595" y="14065"/>
                  </a:lnTo>
                  <a:lnTo>
                    <a:pt x="20595" y="15572"/>
                  </a:lnTo>
                  <a:lnTo>
                    <a:pt x="19591" y="15572"/>
                  </a:lnTo>
                  <a:lnTo>
                    <a:pt x="19088" y="17581"/>
                  </a:lnTo>
                  <a:lnTo>
                    <a:pt x="17581" y="18084"/>
                  </a:lnTo>
                  <a:lnTo>
                    <a:pt x="17079" y="19591"/>
                  </a:lnTo>
                  <a:lnTo>
                    <a:pt x="15572" y="20093"/>
                  </a:lnTo>
                  <a:lnTo>
                    <a:pt x="15572" y="20595"/>
                  </a:lnTo>
                  <a:lnTo>
                    <a:pt x="12056" y="21098"/>
                  </a:lnTo>
                  <a:lnTo>
                    <a:pt x="12056" y="21600"/>
                  </a:lnTo>
                  <a:lnTo>
                    <a:pt x="7535" y="21600"/>
                  </a:lnTo>
                  <a:lnTo>
                    <a:pt x="7535" y="21098"/>
                  </a:lnTo>
                  <a:lnTo>
                    <a:pt x="3516" y="19591"/>
                  </a:lnTo>
                  <a:lnTo>
                    <a:pt x="3014" y="19088"/>
                  </a:lnTo>
                  <a:lnTo>
                    <a:pt x="3516" y="17581"/>
                  </a:lnTo>
                  <a:lnTo>
                    <a:pt x="3014" y="18084"/>
                  </a:lnTo>
                  <a:lnTo>
                    <a:pt x="1507" y="17581"/>
                  </a:lnTo>
                  <a:lnTo>
                    <a:pt x="1507" y="16074"/>
                  </a:lnTo>
                  <a:lnTo>
                    <a:pt x="502" y="15572"/>
                  </a:lnTo>
                  <a:lnTo>
                    <a:pt x="502" y="13563"/>
                  </a:lnTo>
                  <a:lnTo>
                    <a:pt x="0" y="13563"/>
                  </a:lnTo>
                  <a:lnTo>
                    <a:pt x="0" y="8037"/>
                  </a:lnTo>
                  <a:lnTo>
                    <a:pt x="502" y="8037"/>
                  </a:lnTo>
                  <a:lnTo>
                    <a:pt x="1005" y="4521"/>
                  </a:lnTo>
                  <a:lnTo>
                    <a:pt x="2009" y="3516"/>
                  </a:lnTo>
                  <a:lnTo>
                    <a:pt x="3014" y="3516"/>
                  </a:lnTo>
                  <a:lnTo>
                    <a:pt x="3014" y="2512"/>
                  </a:lnTo>
                  <a:lnTo>
                    <a:pt x="6028" y="1507"/>
                  </a:lnTo>
                  <a:lnTo>
                    <a:pt x="6530" y="502"/>
                  </a:lnTo>
                  <a:lnTo>
                    <a:pt x="7535" y="1005"/>
                  </a:lnTo>
                  <a:close/>
                </a:path>
              </a:pathLst>
            </a:custGeom>
            <a:solidFill xmlns:a="http://schemas.openxmlformats.org/drawingml/2006/main">
              <a:srgbClr val="2B794E"/>
            </a:solidFill>
            <a:ln xmlns:a="http://schemas.openxmlformats.org/drawingml/2006/main">
              <a:noFill/>
            </a:ln>
          </p:spPr>
        </p:sp>
        <p:sp>
          <p:nvSpPr>
            <p:cNvPr id="127" name="p0-ocr-064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7408" y="6957568"/>
              <a:ext cx="170688" cy="276352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/>
            <a:lstStyle xmlns:a="http://schemas.openxmlformats.org/drawingml/2006/main"/>
            <a:p xmlns:a="http://schemas.openxmlformats.org/drawingml/2006/main">
              <a:pPr algn="l"/>
              <a:r>
                <a:rPr lang="" sz="1567" b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</a:p>
          </p:txBody>
        </p:sp>
      </p:grpSp>
      <p:sp>
        <p:nvSpPr>
          <p:cNvPr id="128" name="scene-icon-object-n105-contour-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316331" y="2918895"/>
            <a:ext cx="44906" cy="123492"/>
          </a:xfrm>
          <a:custGeom xmlns:a="http://schemas.openxmlformats.org/drawingml/2006/main"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21600" y="0"/>
                </a:lnTo>
                <a:lnTo>
                  <a:pt x="21600" y="5891"/>
                </a:lnTo>
                <a:lnTo>
                  <a:pt x="16200" y="5891"/>
                </a:lnTo>
                <a:lnTo>
                  <a:pt x="10800" y="17673"/>
                </a:lnTo>
                <a:lnTo>
                  <a:pt x="5400" y="17673"/>
                </a:lnTo>
                <a:lnTo>
                  <a:pt x="5400" y="21600"/>
                </a:lnTo>
                <a:lnTo>
                  <a:pt x="0" y="21600"/>
                </a:lnTo>
                <a:lnTo>
                  <a:pt x="0" y="13745"/>
                </a:lnTo>
                <a:lnTo>
                  <a:pt x="5400" y="13745"/>
                </a:lnTo>
                <a:lnTo>
                  <a:pt x="5400" y="9818"/>
                </a:lnTo>
                <a:lnTo>
                  <a:pt x="10800" y="9818"/>
                </a:lnTo>
                <a:close/>
              </a:path>
            </a:pathLst>
          </a:custGeom>
          <a:solidFill xmlns:a="http://schemas.openxmlformats.org/drawingml/2006/main">
            <a:srgbClr val="F2B7A6"/>
          </a:solidFill>
          <a:ln xmlns:a="http://schemas.openxmlformats.org/drawingml/2006/main">
            <a:noFill/>
          </a:ln>
        </p:spPr>
      </p:sp>
      <p:sp>
        <p:nvSpPr>
          <p:cNvPr id="129" name="scene-icon-object-n105-contour-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316331" y="2930122"/>
            <a:ext cx="89812" cy="157171"/>
          </a:xfrm>
          <a:custGeom xmlns:a="http://schemas.openxmlformats.org/drawingml/2006/main">
            <a:avLst/>
            <a:gdLst/>
            <a:ahLst/>
            <a:cxnLst/>
            <a:rect l="l" t="t" r="r" b="b"/>
            <a:pathLst>
              <a:path w="21600" h="21600">
                <a:moveTo>
                  <a:pt x="18900" y="0"/>
                </a:moveTo>
                <a:lnTo>
                  <a:pt x="21600" y="0"/>
                </a:lnTo>
                <a:lnTo>
                  <a:pt x="21600" y="7714"/>
                </a:lnTo>
                <a:lnTo>
                  <a:pt x="16200" y="9257"/>
                </a:lnTo>
                <a:lnTo>
                  <a:pt x="16200" y="13886"/>
                </a:lnTo>
                <a:lnTo>
                  <a:pt x="13500" y="13886"/>
                </a:lnTo>
                <a:lnTo>
                  <a:pt x="10800" y="20057"/>
                </a:lnTo>
                <a:lnTo>
                  <a:pt x="8100" y="20057"/>
                </a:lnTo>
                <a:lnTo>
                  <a:pt x="8100" y="21600"/>
                </a:lnTo>
                <a:lnTo>
                  <a:pt x="2700" y="21600"/>
                </a:lnTo>
                <a:lnTo>
                  <a:pt x="0" y="18514"/>
                </a:lnTo>
                <a:lnTo>
                  <a:pt x="8100" y="18514"/>
                </a:lnTo>
                <a:lnTo>
                  <a:pt x="8100" y="15429"/>
                </a:lnTo>
                <a:lnTo>
                  <a:pt x="10800" y="15429"/>
                </a:lnTo>
                <a:lnTo>
                  <a:pt x="10800" y="10800"/>
                </a:lnTo>
                <a:lnTo>
                  <a:pt x="13500" y="10800"/>
                </a:lnTo>
                <a:lnTo>
                  <a:pt x="16200" y="4629"/>
                </a:lnTo>
                <a:lnTo>
                  <a:pt x="18900" y="4629"/>
                </a:lnTo>
                <a:close/>
              </a:path>
            </a:pathLst>
          </a:custGeom>
          <a:solidFill xmlns:a="http://schemas.openxmlformats.org/drawingml/2006/main">
            <a:srgbClr val="F2B19F"/>
          </a:solidFill>
          <a:ln xmlns:a="http://schemas.openxmlformats.org/drawingml/2006/main">
            <a:noFill/>
          </a:ln>
        </p:spPr>
      </p:sp>
      <p:sp>
        <p:nvSpPr>
          <p:cNvPr id="130" name="scene-icon-object-n105-contour-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06144" y="3019934"/>
            <a:ext cx="134718" cy="123492"/>
          </a:xfrm>
          <a:custGeom xmlns:a="http://schemas.openxmlformats.org/drawingml/2006/main">
            <a:avLst/>
            <a:gdLst/>
            <a:ahLst/>
            <a:cxnLst/>
            <a:rect l="l" t="t" r="r" b="b"/>
            <a:pathLst>
              <a:path w="21600" h="21600">
                <a:moveTo>
                  <a:pt x="18000" y="0"/>
                </a:moveTo>
                <a:lnTo>
                  <a:pt x="21600" y="0"/>
                </a:lnTo>
                <a:lnTo>
                  <a:pt x="19800" y="3927"/>
                </a:lnTo>
                <a:lnTo>
                  <a:pt x="16200" y="5891"/>
                </a:lnTo>
                <a:lnTo>
                  <a:pt x="16200" y="7855"/>
                </a:lnTo>
                <a:lnTo>
                  <a:pt x="12600" y="7855"/>
                </a:lnTo>
                <a:lnTo>
                  <a:pt x="10800" y="11782"/>
                </a:lnTo>
                <a:lnTo>
                  <a:pt x="7200" y="11782"/>
                </a:lnTo>
                <a:lnTo>
                  <a:pt x="5400" y="15709"/>
                </a:lnTo>
                <a:lnTo>
                  <a:pt x="1800" y="17673"/>
                </a:lnTo>
                <a:lnTo>
                  <a:pt x="1800" y="21600"/>
                </a:lnTo>
                <a:lnTo>
                  <a:pt x="0" y="21600"/>
                </a:lnTo>
                <a:lnTo>
                  <a:pt x="0" y="15709"/>
                </a:lnTo>
                <a:lnTo>
                  <a:pt x="3600" y="13745"/>
                </a:lnTo>
                <a:lnTo>
                  <a:pt x="5400" y="9818"/>
                </a:lnTo>
                <a:lnTo>
                  <a:pt x="9000" y="9818"/>
                </a:lnTo>
                <a:lnTo>
                  <a:pt x="10800" y="5891"/>
                </a:lnTo>
                <a:lnTo>
                  <a:pt x="14400" y="5891"/>
                </a:lnTo>
                <a:lnTo>
                  <a:pt x="14400" y="1964"/>
                </a:lnTo>
                <a:lnTo>
                  <a:pt x="18000" y="1964"/>
                </a:lnTo>
                <a:close/>
              </a:path>
            </a:pathLst>
          </a:custGeom>
          <a:solidFill xmlns:a="http://schemas.openxmlformats.org/drawingml/2006/main">
            <a:srgbClr val="EDBBA1"/>
          </a:solidFill>
          <a:ln xmlns:a="http://schemas.openxmlformats.org/drawingml/2006/main">
            <a:noFill/>
          </a:ln>
        </p:spPr>
      </p:sp>
      <p:sp>
        <p:nvSpPr>
          <p:cNvPr id="131" name="scene-icon-object-n105-contour-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17370" y="3053613"/>
            <a:ext cx="157171" cy="101039"/>
          </a:xfrm>
          <a:custGeom xmlns:a="http://schemas.openxmlformats.org/drawingml/2006/main">
            <a:avLst/>
            <a:gdLst/>
            <a:ahLst/>
            <a:cxnLst/>
            <a:rect l="l" t="t" r="r" b="b"/>
            <a:pathLst>
              <a:path w="21600" h="21600">
                <a:moveTo>
                  <a:pt x="18514" y="0"/>
                </a:moveTo>
                <a:lnTo>
                  <a:pt x="21600" y="0"/>
                </a:lnTo>
                <a:lnTo>
                  <a:pt x="20057" y="4800"/>
                </a:lnTo>
                <a:lnTo>
                  <a:pt x="16971" y="7200"/>
                </a:lnTo>
                <a:lnTo>
                  <a:pt x="16971" y="9600"/>
                </a:lnTo>
                <a:lnTo>
                  <a:pt x="13886" y="9600"/>
                </a:lnTo>
                <a:lnTo>
                  <a:pt x="13886" y="14400"/>
                </a:lnTo>
                <a:lnTo>
                  <a:pt x="9257" y="14400"/>
                </a:lnTo>
                <a:lnTo>
                  <a:pt x="7714" y="19200"/>
                </a:lnTo>
                <a:lnTo>
                  <a:pt x="4629" y="19200"/>
                </a:lnTo>
                <a:lnTo>
                  <a:pt x="4629" y="21600"/>
                </a:lnTo>
                <a:lnTo>
                  <a:pt x="0" y="21600"/>
                </a:lnTo>
                <a:lnTo>
                  <a:pt x="0" y="19200"/>
                </a:lnTo>
                <a:lnTo>
                  <a:pt x="6171" y="16800"/>
                </a:lnTo>
                <a:lnTo>
                  <a:pt x="7714" y="12000"/>
                </a:lnTo>
                <a:lnTo>
                  <a:pt x="10800" y="12000"/>
                </a:lnTo>
                <a:lnTo>
                  <a:pt x="12343" y="7200"/>
                </a:lnTo>
                <a:lnTo>
                  <a:pt x="18514" y="2400"/>
                </a:lnTo>
                <a:close/>
              </a:path>
            </a:pathLst>
          </a:custGeom>
          <a:solidFill xmlns:a="http://schemas.openxmlformats.org/drawingml/2006/main">
            <a:srgbClr val="EDB79A"/>
          </a:solidFill>
          <a:ln xmlns:a="http://schemas.openxmlformats.org/drawingml/2006/main">
            <a:noFill/>
          </a:ln>
        </p:spPr>
      </p:sp>
      <p:sp>
        <p:nvSpPr>
          <p:cNvPr id="132" name="scene-icon-object-n105-contour-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17370" y="3233238"/>
            <a:ext cx="213304" cy="56133"/>
          </a:xfrm>
          <a:custGeom xmlns:a="http://schemas.openxmlformats.org/drawingml/2006/main">
            <a:avLst/>
            <a:gdLst/>
            <a:ahLst/>
            <a:cxnLst/>
            <a:rect l="l" t="t" r="r" b="b"/>
            <a:pathLst>
              <a:path w="21600" h="21600">
                <a:moveTo>
                  <a:pt x="1137" y="0"/>
                </a:moveTo>
                <a:lnTo>
                  <a:pt x="20463" y="0"/>
                </a:lnTo>
                <a:lnTo>
                  <a:pt x="20463" y="4320"/>
                </a:lnTo>
                <a:lnTo>
                  <a:pt x="21600" y="4320"/>
                </a:lnTo>
                <a:lnTo>
                  <a:pt x="21600" y="17280"/>
                </a:lnTo>
                <a:lnTo>
                  <a:pt x="20463" y="17280"/>
                </a:lnTo>
                <a:lnTo>
                  <a:pt x="20463" y="21600"/>
                </a:lnTo>
                <a:lnTo>
                  <a:pt x="4547" y="21600"/>
                </a:lnTo>
                <a:lnTo>
                  <a:pt x="4547" y="17280"/>
                </a:lnTo>
                <a:lnTo>
                  <a:pt x="19326" y="17280"/>
                </a:lnTo>
                <a:lnTo>
                  <a:pt x="20463" y="8640"/>
                </a:lnTo>
                <a:lnTo>
                  <a:pt x="19326" y="8640"/>
                </a:lnTo>
                <a:lnTo>
                  <a:pt x="19326" y="4320"/>
                </a:lnTo>
                <a:lnTo>
                  <a:pt x="2274" y="4320"/>
                </a:lnTo>
                <a:lnTo>
                  <a:pt x="2274" y="12960"/>
                </a:lnTo>
                <a:lnTo>
                  <a:pt x="4547" y="12960"/>
                </a:lnTo>
                <a:lnTo>
                  <a:pt x="4547" y="17280"/>
                </a:lnTo>
                <a:lnTo>
                  <a:pt x="1137" y="17280"/>
                </a:lnTo>
                <a:lnTo>
                  <a:pt x="0" y="8640"/>
                </a:lnTo>
                <a:lnTo>
                  <a:pt x="1137" y="8640"/>
                </a:lnTo>
                <a:close/>
              </a:path>
            </a:pathLst>
          </a:custGeom>
          <a:solidFill xmlns:a="http://schemas.openxmlformats.org/drawingml/2006/main">
            <a:srgbClr val="EFB6A1"/>
          </a:solidFill>
          <a:ln xmlns:a="http://schemas.openxmlformats.org/drawingml/2006/main">
            <a:noFill/>
          </a:ln>
        </p:spPr>
      </p:sp>
      <p:sp>
        <p:nvSpPr>
          <p:cNvPr id="133" name="scene-icon-object-n105-contour-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316331" y="2885215"/>
            <a:ext cx="89812" cy="179624"/>
          </a:xfrm>
          <a:custGeom xmlns:a="http://schemas.openxmlformats.org/drawingml/2006/main">
            <a:avLst/>
            <a:gdLst/>
            <a:ahLst/>
            <a:cxnLst/>
            <a:rect l="l" t="t" r="r" b="b"/>
            <a:pathLst>
              <a:path w="21600" h="21600">
                <a:moveTo>
                  <a:pt x="16200" y="0"/>
                </a:moveTo>
                <a:lnTo>
                  <a:pt x="21600" y="0"/>
                </a:lnTo>
                <a:lnTo>
                  <a:pt x="21600" y="5400"/>
                </a:lnTo>
                <a:lnTo>
                  <a:pt x="18900" y="5400"/>
                </a:lnTo>
                <a:lnTo>
                  <a:pt x="18900" y="9450"/>
                </a:lnTo>
                <a:lnTo>
                  <a:pt x="16200" y="9450"/>
                </a:lnTo>
                <a:lnTo>
                  <a:pt x="13500" y="14850"/>
                </a:lnTo>
                <a:lnTo>
                  <a:pt x="10800" y="14850"/>
                </a:lnTo>
                <a:lnTo>
                  <a:pt x="10800" y="18900"/>
                </a:lnTo>
                <a:lnTo>
                  <a:pt x="8100" y="18900"/>
                </a:lnTo>
                <a:lnTo>
                  <a:pt x="8100" y="21600"/>
                </a:lnTo>
                <a:lnTo>
                  <a:pt x="0" y="21600"/>
                </a:lnTo>
                <a:lnTo>
                  <a:pt x="2700" y="16200"/>
                </a:lnTo>
                <a:lnTo>
                  <a:pt x="5400" y="16200"/>
                </a:lnTo>
                <a:lnTo>
                  <a:pt x="8100" y="8100"/>
                </a:lnTo>
                <a:lnTo>
                  <a:pt x="10800" y="8100"/>
                </a:lnTo>
                <a:lnTo>
                  <a:pt x="10800" y="4050"/>
                </a:lnTo>
                <a:lnTo>
                  <a:pt x="13500" y="4050"/>
                </a:lnTo>
                <a:lnTo>
                  <a:pt x="13500" y="1350"/>
                </a:lnTo>
                <a:lnTo>
                  <a:pt x="16200" y="1350"/>
                </a:lnTo>
                <a:close/>
              </a:path>
            </a:pathLst>
          </a:custGeom>
          <a:solidFill xmlns:a="http://schemas.openxmlformats.org/drawingml/2006/main">
            <a:srgbClr val="C35333"/>
          </a:solidFill>
          <a:ln xmlns:a="http://schemas.openxmlformats.org/drawingml/2006/main">
            <a:noFill/>
          </a:ln>
        </p:spPr>
      </p:sp>
      <p:sp>
        <p:nvSpPr>
          <p:cNvPr id="134" name="scene-icon-object-n105-contour-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17370" y="3008707"/>
            <a:ext cx="168398" cy="134718"/>
          </a:xfrm>
          <a:custGeom xmlns:a="http://schemas.openxmlformats.org/drawingml/2006/main">
            <a:avLst/>
            <a:gdLst/>
            <a:ahLst/>
            <a:cxnLst/>
            <a:rect l="l" t="t" r="r" b="b"/>
            <a:pathLst>
              <a:path w="21600" h="21600">
                <a:moveTo>
                  <a:pt x="18720" y="0"/>
                </a:moveTo>
                <a:lnTo>
                  <a:pt x="21600" y="0"/>
                </a:lnTo>
                <a:lnTo>
                  <a:pt x="21600" y="5400"/>
                </a:lnTo>
                <a:lnTo>
                  <a:pt x="15840" y="9000"/>
                </a:lnTo>
                <a:lnTo>
                  <a:pt x="15840" y="10800"/>
                </a:lnTo>
                <a:lnTo>
                  <a:pt x="12960" y="10800"/>
                </a:lnTo>
                <a:lnTo>
                  <a:pt x="11520" y="14400"/>
                </a:lnTo>
                <a:lnTo>
                  <a:pt x="5760" y="18000"/>
                </a:lnTo>
                <a:lnTo>
                  <a:pt x="5760" y="19800"/>
                </a:lnTo>
                <a:lnTo>
                  <a:pt x="0" y="21600"/>
                </a:lnTo>
                <a:lnTo>
                  <a:pt x="0" y="18000"/>
                </a:lnTo>
                <a:lnTo>
                  <a:pt x="2880" y="16200"/>
                </a:lnTo>
                <a:lnTo>
                  <a:pt x="4320" y="12600"/>
                </a:lnTo>
                <a:lnTo>
                  <a:pt x="7200" y="12600"/>
                </a:lnTo>
                <a:lnTo>
                  <a:pt x="8640" y="9000"/>
                </a:lnTo>
                <a:lnTo>
                  <a:pt x="11520" y="9000"/>
                </a:lnTo>
                <a:lnTo>
                  <a:pt x="12960" y="5400"/>
                </a:lnTo>
                <a:lnTo>
                  <a:pt x="15840" y="3600"/>
                </a:lnTo>
                <a:lnTo>
                  <a:pt x="15840" y="1800"/>
                </a:lnTo>
                <a:lnTo>
                  <a:pt x="18720" y="1800"/>
                </a:lnTo>
                <a:close/>
              </a:path>
            </a:pathLst>
          </a:custGeom>
          <a:solidFill xmlns:a="http://schemas.openxmlformats.org/drawingml/2006/main">
            <a:srgbClr val="C15C37"/>
          </a:solidFill>
          <a:ln xmlns:a="http://schemas.openxmlformats.org/drawingml/2006/main">
            <a:noFill/>
          </a:ln>
        </p:spPr>
      </p:sp>
      <p:sp>
        <p:nvSpPr>
          <p:cNvPr id="135" name="scene-icon-object-n105-contour-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39823" y="3244464"/>
            <a:ext cx="179624" cy="33680"/>
          </a:xfrm>
          <a:custGeom xmlns:a="http://schemas.openxmlformats.org/drawingml/2006/main"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0250" y="0"/>
                </a:lnTo>
                <a:lnTo>
                  <a:pt x="21600" y="14400"/>
                </a:lnTo>
                <a:lnTo>
                  <a:pt x="20250" y="14400"/>
                </a:lnTo>
                <a:lnTo>
                  <a:pt x="20250" y="21600"/>
                </a:lnTo>
                <a:lnTo>
                  <a:pt x="2700" y="21600"/>
                </a:lnTo>
                <a:lnTo>
                  <a:pt x="2700" y="14400"/>
                </a:lnTo>
                <a:lnTo>
                  <a:pt x="0" y="14400"/>
                </a:lnTo>
                <a:close/>
              </a:path>
            </a:pathLst>
          </a:custGeom>
          <a:solidFill xmlns:a="http://schemas.openxmlformats.org/drawingml/2006/main">
            <a:srgbClr val="C35237"/>
          </a:solidFill>
          <a:ln xmlns:a="http://schemas.openxmlformats.org/drawingml/2006/main">
            <a:noFill/>
          </a:ln>
        </p:spPr>
      </p:sp>
      <p:sp>
        <p:nvSpPr>
          <p:cNvPr id="136" name="scene-outline-object-n1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56685" y="6937989"/>
            <a:ext cx="505193" cy="999160"/>
          </a:xfrm>
          <a:custGeom xmlns:a="http://schemas.openxmlformats.org/drawingml/2006/main">
            <a:avLst/>
            <a:gdLst/>
            <a:ahLst/>
            <a:cxnLst/>
            <a:rect l="l" t="t" r="r" b="b"/>
            <a:pathLst>
              <a:path w="21600" h="21600">
                <a:moveTo>
                  <a:pt x="3360" y="0"/>
                </a:moveTo>
                <a:lnTo>
                  <a:pt x="19200" y="243"/>
                </a:lnTo>
                <a:lnTo>
                  <a:pt x="1920" y="485"/>
                </a:lnTo>
                <a:close/>
                <a:moveTo>
                  <a:pt x="20640" y="485"/>
                </a:moveTo>
                <a:lnTo>
                  <a:pt x="21120" y="485"/>
                </a:lnTo>
                <a:lnTo>
                  <a:pt x="21120" y="971"/>
                </a:lnTo>
                <a:lnTo>
                  <a:pt x="20640" y="971"/>
                </a:lnTo>
                <a:close/>
                <a:moveTo>
                  <a:pt x="21120" y="971"/>
                </a:moveTo>
                <a:lnTo>
                  <a:pt x="21600" y="971"/>
                </a:lnTo>
                <a:lnTo>
                  <a:pt x="21600" y="20872"/>
                </a:lnTo>
                <a:lnTo>
                  <a:pt x="21120" y="20872"/>
                </a:lnTo>
                <a:close/>
                <a:moveTo>
                  <a:pt x="480" y="1456"/>
                </a:moveTo>
                <a:lnTo>
                  <a:pt x="960" y="20872"/>
                </a:lnTo>
                <a:lnTo>
                  <a:pt x="0" y="19901"/>
                </a:lnTo>
                <a:close/>
                <a:moveTo>
                  <a:pt x="1920" y="21357"/>
                </a:moveTo>
                <a:lnTo>
                  <a:pt x="3360" y="21357"/>
                </a:lnTo>
                <a:lnTo>
                  <a:pt x="3360" y="21600"/>
                </a:lnTo>
                <a:lnTo>
                  <a:pt x="1920" y="21600"/>
                </a:lnTo>
                <a:close/>
                <a:moveTo>
                  <a:pt x="19200" y="21357"/>
                </a:moveTo>
                <a:lnTo>
                  <a:pt x="20640" y="21357"/>
                </a:lnTo>
                <a:lnTo>
                  <a:pt x="20640" y="21600"/>
                </a:lnTo>
                <a:lnTo>
                  <a:pt x="19200" y="21600"/>
                </a:lnTo>
                <a:close/>
              </a:path>
            </a:pathLst>
          </a:custGeom>
          <a:solidFill xmlns:a="http://schemas.openxmlformats.org/drawingml/2006/main">
            <a:srgbClr val="D8E6E0"/>
          </a:solidFill>
          <a:ln xmlns:a="http://schemas.openxmlformats.org/drawingml/2006/main">
            <a:noFill/>
          </a:ln>
        </p:spPr>
      </p:sp>
      <p:grpSp>
        <p:nvGrpSpPr>
          <p:cNvPr id="137" name="scene-paint-scene-container-object-n110"/>
          <p:cNvGrpSpPr/>
          <p:nvPr/>
        </p:nvGrpSpPr>
        <p:grpSpPr>
          <a:xfrm xmlns:a="http://schemas.openxmlformats.org/drawingml/2006/main">
            <a:off x="2558376" y="6835680"/>
            <a:ext cx="1888595" cy="1147645"/>
            <a:chOff x="2558376" y="6835680"/>
            <a:chExt cx="1888595" cy="1147645"/>
          </a:xfrm>
        </p:grpSpPr>
        <p:sp>
          <p:nvSpPr>
            <p:cNvPr id="138" name="scene-container-object-n11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2559646" y="6836950"/>
              <a:ext cx="1886055" cy="1145105"/>
            </a:xfrm>
            <a:custGeom xmlns:a="http://schemas.openxmlformats.org/drawingml/2006/main">
              <a:avLst/>
              <a:gdLst>
                <a:gd name="ctPortXp920574" fmla="*/ w 920574 1886055"/>
                <a:gd name="ctPortYp1139085" fmla="*/ h 1139085 1145105"/>
              </a:gdLst>
              <a:ahLst/>
              <a:cxnLst>
                <a:cxn ang="5400000">
                  <a:pos x="ctPortXp920574" y="ctPortYp1139085"/>
                </a:cxn>
                <a:cxn ang="16200000">
                  <a:pos x="ctPortXp920574" y="t"/>
                </a:cxn>
              </a:cxnLst>
              <a:rect l="l" t="t" r="r" b="b"/>
              <a:pathLst>
                <a:path w="21600" h="21600">
                  <a:moveTo>
                    <a:pt x="19157" y="0"/>
                  </a:moveTo>
                  <a:lnTo>
                    <a:pt x="20829" y="847"/>
                  </a:lnTo>
                  <a:lnTo>
                    <a:pt x="21600" y="3176"/>
                  </a:lnTo>
                  <a:lnTo>
                    <a:pt x="21343" y="19906"/>
                  </a:lnTo>
                  <a:lnTo>
                    <a:pt x="20057" y="21600"/>
                  </a:lnTo>
                  <a:lnTo>
                    <a:pt x="2314" y="21388"/>
                  </a:lnTo>
                  <a:lnTo>
                    <a:pt x="1029" y="21176"/>
                  </a:lnTo>
                  <a:lnTo>
                    <a:pt x="386" y="20118"/>
                  </a:lnTo>
                  <a:lnTo>
                    <a:pt x="0" y="18000"/>
                  </a:lnTo>
                  <a:lnTo>
                    <a:pt x="129" y="3176"/>
                  </a:lnTo>
                  <a:lnTo>
                    <a:pt x="643" y="1059"/>
                  </a:lnTo>
                  <a:lnTo>
                    <a:pt x="1414" y="424"/>
                  </a:lnTo>
                  <a:lnTo>
                    <a:pt x="2571" y="424"/>
                  </a:lnTo>
                  <a:lnTo>
                    <a:pt x="2571" y="0"/>
                  </a:lnTo>
                  <a:close/>
                  <a:moveTo>
                    <a:pt x="1671" y="1271"/>
                  </a:moveTo>
                  <a:lnTo>
                    <a:pt x="1029" y="1694"/>
                  </a:lnTo>
                  <a:lnTo>
                    <a:pt x="771" y="3176"/>
                  </a:lnTo>
                  <a:lnTo>
                    <a:pt x="771" y="18424"/>
                  </a:lnTo>
                  <a:lnTo>
                    <a:pt x="1286" y="20118"/>
                  </a:lnTo>
                  <a:lnTo>
                    <a:pt x="20186" y="20329"/>
                  </a:lnTo>
                  <a:lnTo>
                    <a:pt x="20700" y="19694"/>
                  </a:lnTo>
                  <a:lnTo>
                    <a:pt x="20700" y="1906"/>
                  </a:lnTo>
                  <a:lnTo>
                    <a:pt x="19543" y="1271"/>
                  </a:lnTo>
                  <a:close/>
                </a:path>
              </a:pathLst>
            </a:custGeom>
            <a:solidFill xmlns:a="http://schemas.openxmlformats.org/drawingml/2006/main">
              <a:srgbClr val="F5DFC2"/>
            </a:solidFill>
            <a:ln xmlns:a="http://schemas.openxmlformats.org/drawingml/2006/main">
              <a:noFill/>
            </a:ln>
          </p:spPr>
        </p:sp>
        <p:sp>
          <p:nvSpPr>
            <p:cNvPr id="139" name="scene-container-object-n110-paint-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2559646" y="6836950"/>
              <a:ext cx="1886055" cy="1145105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10029" y="424"/>
                  </a:moveTo>
                  <a:lnTo>
                    <a:pt x="10543" y="424"/>
                  </a:lnTo>
                  <a:lnTo>
                    <a:pt x="10414" y="0"/>
                  </a:lnTo>
                  <a:lnTo>
                    <a:pt x="10800" y="0"/>
                  </a:lnTo>
                  <a:lnTo>
                    <a:pt x="10671" y="424"/>
                  </a:lnTo>
                  <a:lnTo>
                    <a:pt x="10800" y="635"/>
                  </a:lnTo>
                  <a:lnTo>
                    <a:pt x="20186" y="635"/>
                  </a:lnTo>
                  <a:lnTo>
                    <a:pt x="20443" y="1059"/>
                  </a:lnTo>
                  <a:lnTo>
                    <a:pt x="20829" y="1271"/>
                  </a:lnTo>
                  <a:lnTo>
                    <a:pt x="21086" y="1694"/>
                  </a:lnTo>
                  <a:lnTo>
                    <a:pt x="21343" y="3176"/>
                  </a:lnTo>
                  <a:lnTo>
                    <a:pt x="21214" y="3176"/>
                  </a:lnTo>
                  <a:lnTo>
                    <a:pt x="21214" y="18212"/>
                  </a:lnTo>
                  <a:lnTo>
                    <a:pt x="21343" y="18212"/>
                  </a:lnTo>
                  <a:lnTo>
                    <a:pt x="21086" y="19906"/>
                  </a:lnTo>
                  <a:lnTo>
                    <a:pt x="20571" y="20753"/>
                  </a:lnTo>
                  <a:lnTo>
                    <a:pt x="20314" y="20753"/>
                  </a:lnTo>
                  <a:lnTo>
                    <a:pt x="20314" y="20965"/>
                  </a:lnTo>
                  <a:lnTo>
                    <a:pt x="10929" y="20965"/>
                  </a:lnTo>
                  <a:lnTo>
                    <a:pt x="10929" y="21600"/>
                  </a:lnTo>
                  <a:lnTo>
                    <a:pt x="10543" y="21388"/>
                  </a:lnTo>
                  <a:lnTo>
                    <a:pt x="10543" y="20965"/>
                  </a:lnTo>
                  <a:lnTo>
                    <a:pt x="1414" y="20965"/>
                  </a:lnTo>
                  <a:lnTo>
                    <a:pt x="1414" y="20753"/>
                  </a:lnTo>
                  <a:lnTo>
                    <a:pt x="900" y="20541"/>
                  </a:lnTo>
                  <a:lnTo>
                    <a:pt x="643" y="20118"/>
                  </a:lnTo>
                  <a:lnTo>
                    <a:pt x="514" y="18847"/>
                  </a:lnTo>
                  <a:lnTo>
                    <a:pt x="386" y="18847"/>
                  </a:lnTo>
                  <a:lnTo>
                    <a:pt x="386" y="2753"/>
                  </a:lnTo>
                  <a:lnTo>
                    <a:pt x="514" y="2753"/>
                  </a:lnTo>
                  <a:lnTo>
                    <a:pt x="514" y="1906"/>
                  </a:lnTo>
                  <a:lnTo>
                    <a:pt x="1157" y="847"/>
                  </a:lnTo>
                  <a:lnTo>
                    <a:pt x="1543" y="847"/>
                  </a:lnTo>
                  <a:lnTo>
                    <a:pt x="1543" y="635"/>
                  </a:lnTo>
                  <a:lnTo>
                    <a:pt x="10029" y="635"/>
                  </a:lnTo>
                  <a:close/>
                  <a:moveTo>
                    <a:pt x="1543" y="1059"/>
                  </a:moveTo>
                  <a:lnTo>
                    <a:pt x="1286" y="1482"/>
                  </a:lnTo>
                  <a:lnTo>
                    <a:pt x="900" y="1694"/>
                  </a:lnTo>
                  <a:lnTo>
                    <a:pt x="771" y="2541"/>
                  </a:lnTo>
                  <a:lnTo>
                    <a:pt x="643" y="2541"/>
                  </a:lnTo>
                  <a:lnTo>
                    <a:pt x="643" y="18847"/>
                  </a:lnTo>
                  <a:lnTo>
                    <a:pt x="771" y="18847"/>
                  </a:lnTo>
                  <a:lnTo>
                    <a:pt x="900" y="19906"/>
                  </a:lnTo>
                  <a:lnTo>
                    <a:pt x="1157" y="20329"/>
                  </a:lnTo>
                  <a:lnTo>
                    <a:pt x="1543" y="20329"/>
                  </a:lnTo>
                  <a:lnTo>
                    <a:pt x="1543" y="20541"/>
                  </a:lnTo>
                  <a:lnTo>
                    <a:pt x="20314" y="20541"/>
                  </a:lnTo>
                  <a:lnTo>
                    <a:pt x="20700" y="19906"/>
                  </a:lnTo>
                  <a:lnTo>
                    <a:pt x="20829" y="19906"/>
                  </a:lnTo>
                  <a:lnTo>
                    <a:pt x="20829" y="19482"/>
                  </a:lnTo>
                  <a:lnTo>
                    <a:pt x="20957" y="19482"/>
                  </a:lnTo>
                  <a:lnTo>
                    <a:pt x="20957" y="2329"/>
                  </a:lnTo>
                  <a:lnTo>
                    <a:pt x="20829" y="2329"/>
                  </a:lnTo>
                  <a:lnTo>
                    <a:pt x="20700" y="1482"/>
                  </a:lnTo>
                  <a:lnTo>
                    <a:pt x="20443" y="1482"/>
                  </a:lnTo>
                  <a:lnTo>
                    <a:pt x="20186" y="1059"/>
                  </a:lnTo>
                  <a:close/>
                </a:path>
              </a:pathLst>
            </a:custGeom>
            <a:solidFill xmlns:a="http://schemas.openxmlformats.org/drawingml/2006/main">
              <a:srgbClr val="BB8254"/>
            </a:solidFill>
            <a:ln xmlns:a="http://schemas.openxmlformats.org/drawingml/2006/main">
              <a:noFill/>
            </a:ln>
          </p:spPr>
        </p:sp>
      </p:grpSp>
      <p:grpSp>
        <p:nvGrpSpPr>
          <p:cNvPr id="140" name="scene-paint-scene-container-region-n1"/>
          <p:cNvGrpSpPr/>
          <p:nvPr/>
        </p:nvGrpSpPr>
        <p:grpSpPr>
          <a:xfrm xmlns:a="http://schemas.openxmlformats.org/drawingml/2006/main">
            <a:off x="470244" y="1738840"/>
            <a:ext cx="11273965" cy="799623"/>
            <a:chOff x="470244" y="1738840"/>
            <a:chExt cx="11273965" cy="799623"/>
          </a:xfrm>
        </p:grpSpPr>
        <p:sp>
          <p:nvSpPr>
            <p:cNvPr id="141" name="scene-container-region-n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71514" y="1740110"/>
              <a:ext cx="11271425" cy="797083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215" y="0"/>
                  </a:moveTo>
                  <a:lnTo>
                    <a:pt x="21363" y="304"/>
                  </a:lnTo>
                  <a:lnTo>
                    <a:pt x="21578" y="2738"/>
                  </a:lnTo>
                  <a:lnTo>
                    <a:pt x="21600" y="18254"/>
                  </a:lnTo>
                  <a:lnTo>
                    <a:pt x="21471" y="20992"/>
                  </a:lnTo>
                  <a:lnTo>
                    <a:pt x="21385" y="21600"/>
                  </a:lnTo>
                  <a:lnTo>
                    <a:pt x="194" y="21296"/>
                  </a:lnTo>
                  <a:lnTo>
                    <a:pt x="22" y="18862"/>
                  </a:lnTo>
                  <a:lnTo>
                    <a:pt x="22" y="2738"/>
                  </a:lnTo>
                  <a:close/>
                  <a:moveTo>
                    <a:pt x="194" y="913"/>
                  </a:moveTo>
                  <a:lnTo>
                    <a:pt x="65" y="3346"/>
                  </a:lnTo>
                  <a:lnTo>
                    <a:pt x="86" y="19166"/>
                  </a:lnTo>
                  <a:lnTo>
                    <a:pt x="258" y="20992"/>
                  </a:lnTo>
                  <a:lnTo>
                    <a:pt x="21428" y="20687"/>
                  </a:lnTo>
                  <a:lnTo>
                    <a:pt x="21535" y="18862"/>
                  </a:lnTo>
                  <a:lnTo>
                    <a:pt x="21557" y="17341"/>
                  </a:lnTo>
                  <a:lnTo>
                    <a:pt x="21535" y="3346"/>
                  </a:lnTo>
                  <a:lnTo>
                    <a:pt x="21449" y="1521"/>
                  </a:lnTo>
                  <a:lnTo>
                    <a:pt x="21320" y="913"/>
                  </a:lnTo>
                  <a:close/>
                </a:path>
              </a:pathLst>
            </a:custGeom>
            <a:solidFill xmlns:a="http://schemas.openxmlformats.org/drawingml/2006/main">
              <a:srgbClr val="CECCCE"/>
            </a:solidFill>
            <a:ln xmlns:a="http://schemas.openxmlformats.org/drawingml/2006/main">
              <a:noFill/>
            </a:ln>
          </p:spPr>
        </p:sp>
        <p:sp>
          <p:nvSpPr>
            <p:cNvPr id="142" name="scene-container-region-n1-paint-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71514" y="1740110"/>
              <a:ext cx="11271425" cy="797083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10800" y="0"/>
                  </a:moveTo>
                  <a:lnTo>
                    <a:pt x="12887" y="0"/>
                  </a:lnTo>
                  <a:lnTo>
                    <a:pt x="12887" y="304"/>
                  </a:lnTo>
                  <a:lnTo>
                    <a:pt x="20137" y="304"/>
                  </a:lnTo>
                  <a:lnTo>
                    <a:pt x="20137" y="608"/>
                  </a:lnTo>
                  <a:lnTo>
                    <a:pt x="10800" y="608"/>
                  </a:lnTo>
                  <a:close/>
                  <a:moveTo>
                    <a:pt x="10800" y="20992"/>
                  </a:moveTo>
                  <a:lnTo>
                    <a:pt x="21084" y="20992"/>
                  </a:lnTo>
                  <a:lnTo>
                    <a:pt x="21084" y="21296"/>
                  </a:lnTo>
                  <a:lnTo>
                    <a:pt x="20739" y="21296"/>
                  </a:lnTo>
                  <a:lnTo>
                    <a:pt x="20739" y="21600"/>
                  </a:lnTo>
                  <a:lnTo>
                    <a:pt x="10800" y="21296"/>
                  </a:lnTo>
                  <a:close/>
                  <a:moveTo>
                    <a:pt x="21320" y="608"/>
                  </a:moveTo>
                  <a:lnTo>
                    <a:pt x="21385" y="608"/>
                  </a:lnTo>
                  <a:lnTo>
                    <a:pt x="21385" y="913"/>
                  </a:lnTo>
                  <a:lnTo>
                    <a:pt x="21320" y="913"/>
                  </a:lnTo>
                  <a:close/>
                  <a:moveTo>
                    <a:pt x="21406" y="913"/>
                  </a:moveTo>
                  <a:lnTo>
                    <a:pt x="21428" y="913"/>
                  </a:lnTo>
                  <a:lnTo>
                    <a:pt x="21428" y="1217"/>
                  </a:lnTo>
                  <a:lnTo>
                    <a:pt x="21406" y="1217"/>
                  </a:lnTo>
                  <a:close/>
                  <a:moveTo>
                    <a:pt x="21449" y="1217"/>
                  </a:moveTo>
                  <a:lnTo>
                    <a:pt x="21471" y="1217"/>
                  </a:lnTo>
                  <a:lnTo>
                    <a:pt x="21471" y="1521"/>
                  </a:lnTo>
                  <a:lnTo>
                    <a:pt x="21449" y="1521"/>
                  </a:lnTo>
                  <a:close/>
                  <a:moveTo>
                    <a:pt x="21471" y="1521"/>
                  </a:moveTo>
                  <a:lnTo>
                    <a:pt x="21492" y="1521"/>
                  </a:lnTo>
                  <a:lnTo>
                    <a:pt x="21492" y="1825"/>
                  </a:lnTo>
                  <a:lnTo>
                    <a:pt x="21471" y="1825"/>
                  </a:lnTo>
                  <a:close/>
                  <a:moveTo>
                    <a:pt x="21492" y="1825"/>
                  </a:moveTo>
                  <a:lnTo>
                    <a:pt x="21514" y="1825"/>
                  </a:lnTo>
                  <a:lnTo>
                    <a:pt x="21514" y="2434"/>
                  </a:lnTo>
                  <a:lnTo>
                    <a:pt x="21492" y="2434"/>
                  </a:lnTo>
                  <a:close/>
                  <a:moveTo>
                    <a:pt x="21514" y="2434"/>
                  </a:moveTo>
                  <a:lnTo>
                    <a:pt x="21535" y="2434"/>
                  </a:lnTo>
                  <a:lnTo>
                    <a:pt x="21535" y="2738"/>
                  </a:lnTo>
                  <a:lnTo>
                    <a:pt x="21514" y="2738"/>
                  </a:lnTo>
                  <a:close/>
                  <a:moveTo>
                    <a:pt x="21535" y="2738"/>
                  </a:moveTo>
                  <a:lnTo>
                    <a:pt x="21557" y="2738"/>
                  </a:lnTo>
                  <a:lnTo>
                    <a:pt x="21557" y="3651"/>
                  </a:lnTo>
                  <a:lnTo>
                    <a:pt x="21535" y="3651"/>
                  </a:lnTo>
                  <a:close/>
                  <a:moveTo>
                    <a:pt x="21557" y="3651"/>
                  </a:moveTo>
                  <a:lnTo>
                    <a:pt x="21578" y="3651"/>
                  </a:lnTo>
                  <a:lnTo>
                    <a:pt x="21578" y="17949"/>
                  </a:lnTo>
                  <a:lnTo>
                    <a:pt x="21557" y="17949"/>
                  </a:lnTo>
                  <a:close/>
                  <a:moveTo>
                    <a:pt x="21535" y="18862"/>
                  </a:moveTo>
                  <a:lnTo>
                    <a:pt x="21557" y="18862"/>
                  </a:lnTo>
                  <a:lnTo>
                    <a:pt x="21557" y="19166"/>
                  </a:lnTo>
                  <a:lnTo>
                    <a:pt x="21535" y="19166"/>
                  </a:lnTo>
                  <a:close/>
                  <a:moveTo>
                    <a:pt x="21514" y="19470"/>
                  </a:moveTo>
                  <a:lnTo>
                    <a:pt x="21535" y="19470"/>
                  </a:lnTo>
                  <a:lnTo>
                    <a:pt x="21535" y="19775"/>
                  </a:lnTo>
                  <a:lnTo>
                    <a:pt x="21514" y="19775"/>
                  </a:lnTo>
                  <a:close/>
                  <a:moveTo>
                    <a:pt x="21514" y="19775"/>
                  </a:moveTo>
                  <a:lnTo>
                    <a:pt x="21514" y="20079"/>
                  </a:lnTo>
                  <a:lnTo>
                    <a:pt x="21492" y="20079"/>
                  </a:lnTo>
                  <a:lnTo>
                    <a:pt x="21492" y="19775"/>
                  </a:lnTo>
                  <a:close/>
                  <a:moveTo>
                    <a:pt x="21492" y="20079"/>
                  </a:moveTo>
                  <a:lnTo>
                    <a:pt x="21492" y="20383"/>
                  </a:lnTo>
                  <a:lnTo>
                    <a:pt x="21471" y="20383"/>
                  </a:lnTo>
                  <a:lnTo>
                    <a:pt x="21471" y="20079"/>
                  </a:lnTo>
                  <a:close/>
                  <a:moveTo>
                    <a:pt x="21406" y="20687"/>
                  </a:moveTo>
                  <a:lnTo>
                    <a:pt x="21428" y="20687"/>
                  </a:lnTo>
                  <a:lnTo>
                    <a:pt x="21428" y="20992"/>
                  </a:lnTo>
                  <a:lnTo>
                    <a:pt x="21406" y="20992"/>
                  </a:lnTo>
                  <a:close/>
                </a:path>
              </a:pathLst>
            </a:custGeom>
            <a:solidFill xmlns:a="http://schemas.openxmlformats.org/drawingml/2006/main">
              <a:srgbClr val="A6A4A6"/>
            </a:solidFill>
            <a:ln xmlns:a="http://schemas.openxmlformats.org/drawingml/2006/main">
              <a:noFill/>
            </a:ln>
          </p:spPr>
        </p:sp>
        <p:sp>
          <p:nvSpPr>
            <p:cNvPr id="143" name="scene-container-region-n1-paint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71514" y="1740110"/>
              <a:ext cx="11271425" cy="797083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215" y="304"/>
                  </a:moveTo>
                  <a:lnTo>
                    <a:pt x="280" y="304"/>
                  </a:lnTo>
                  <a:lnTo>
                    <a:pt x="280" y="0"/>
                  </a:lnTo>
                  <a:lnTo>
                    <a:pt x="10800" y="0"/>
                  </a:lnTo>
                  <a:lnTo>
                    <a:pt x="10800" y="608"/>
                  </a:lnTo>
                  <a:lnTo>
                    <a:pt x="6712" y="608"/>
                  </a:lnTo>
                  <a:lnTo>
                    <a:pt x="6712" y="304"/>
                  </a:lnTo>
                  <a:lnTo>
                    <a:pt x="215" y="608"/>
                  </a:lnTo>
                  <a:close/>
                  <a:moveTo>
                    <a:pt x="194" y="608"/>
                  </a:moveTo>
                  <a:lnTo>
                    <a:pt x="172" y="1217"/>
                  </a:lnTo>
                  <a:lnTo>
                    <a:pt x="129" y="1217"/>
                  </a:lnTo>
                  <a:lnTo>
                    <a:pt x="151" y="608"/>
                  </a:lnTo>
                  <a:close/>
                  <a:moveTo>
                    <a:pt x="129" y="1217"/>
                  </a:moveTo>
                  <a:lnTo>
                    <a:pt x="129" y="1521"/>
                  </a:lnTo>
                  <a:lnTo>
                    <a:pt x="108" y="1521"/>
                  </a:lnTo>
                  <a:lnTo>
                    <a:pt x="108" y="1217"/>
                  </a:lnTo>
                  <a:close/>
                  <a:moveTo>
                    <a:pt x="108" y="1521"/>
                  </a:moveTo>
                  <a:lnTo>
                    <a:pt x="108" y="2130"/>
                  </a:lnTo>
                  <a:lnTo>
                    <a:pt x="86" y="2130"/>
                  </a:lnTo>
                  <a:lnTo>
                    <a:pt x="86" y="1521"/>
                  </a:lnTo>
                  <a:close/>
                  <a:moveTo>
                    <a:pt x="86" y="2130"/>
                  </a:moveTo>
                  <a:lnTo>
                    <a:pt x="86" y="2434"/>
                  </a:lnTo>
                  <a:lnTo>
                    <a:pt x="65" y="2434"/>
                  </a:lnTo>
                  <a:lnTo>
                    <a:pt x="65" y="2130"/>
                  </a:lnTo>
                  <a:close/>
                  <a:moveTo>
                    <a:pt x="65" y="2434"/>
                  </a:moveTo>
                  <a:lnTo>
                    <a:pt x="65" y="2738"/>
                  </a:lnTo>
                  <a:lnTo>
                    <a:pt x="43" y="2738"/>
                  </a:lnTo>
                  <a:lnTo>
                    <a:pt x="43" y="2434"/>
                  </a:lnTo>
                  <a:close/>
                  <a:moveTo>
                    <a:pt x="22" y="3651"/>
                  </a:moveTo>
                  <a:lnTo>
                    <a:pt x="43" y="3651"/>
                  </a:lnTo>
                  <a:lnTo>
                    <a:pt x="43" y="18558"/>
                  </a:lnTo>
                  <a:lnTo>
                    <a:pt x="22" y="18558"/>
                  </a:lnTo>
                  <a:close/>
                  <a:moveTo>
                    <a:pt x="43" y="18558"/>
                  </a:moveTo>
                  <a:lnTo>
                    <a:pt x="65" y="18558"/>
                  </a:lnTo>
                  <a:lnTo>
                    <a:pt x="65" y="19166"/>
                  </a:lnTo>
                  <a:lnTo>
                    <a:pt x="43" y="19166"/>
                  </a:lnTo>
                  <a:close/>
                  <a:moveTo>
                    <a:pt x="65" y="19166"/>
                  </a:moveTo>
                  <a:lnTo>
                    <a:pt x="86" y="19166"/>
                  </a:lnTo>
                  <a:lnTo>
                    <a:pt x="86" y="19775"/>
                  </a:lnTo>
                  <a:lnTo>
                    <a:pt x="65" y="19775"/>
                  </a:lnTo>
                  <a:close/>
                  <a:moveTo>
                    <a:pt x="86" y="19775"/>
                  </a:moveTo>
                  <a:lnTo>
                    <a:pt x="108" y="19775"/>
                  </a:lnTo>
                  <a:lnTo>
                    <a:pt x="108" y="20079"/>
                  </a:lnTo>
                  <a:lnTo>
                    <a:pt x="86" y="20079"/>
                  </a:lnTo>
                  <a:close/>
                  <a:moveTo>
                    <a:pt x="108" y="20079"/>
                  </a:moveTo>
                  <a:lnTo>
                    <a:pt x="129" y="20079"/>
                  </a:lnTo>
                  <a:lnTo>
                    <a:pt x="129" y="20383"/>
                  </a:lnTo>
                  <a:lnTo>
                    <a:pt x="108" y="20383"/>
                  </a:lnTo>
                  <a:close/>
                  <a:moveTo>
                    <a:pt x="172" y="20687"/>
                  </a:moveTo>
                  <a:lnTo>
                    <a:pt x="194" y="20687"/>
                  </a:lnTo>
                  <a:lnTo>
                    <a:pt x="194" y="20992"/>
                  </a:lnTo>
                  <a:lnTo>
                    <a:pt x="172" y="20992"/>
                  </a:lnTo>
                  <a:close/>
                  <a:moveTo>
                    <a:pt x="237" y="20992"/>
                  </a:moveTo>
                  <a:lnTo>
                    <a:pt x="10800" y="20992"/>
                  </a:lnTo>
                  <a:lnTo>
                    <a:pt x="10800" y="21296"/>
                  </a:lnTo>
                  <a:lnTo>
                    <a:pt x="237" y="21296"/>
                  </a:lnTo>
                  <a:close/>
                </a:path>
              </a:pathLst>
            </a:custGeom>
            <a:solidFill xmlns:a="http://schemas.openxmlformats.org/drawingml/2006/main">
              <a:srgbClr val="A6A4A6"/>
            </a:solidFill>
            <a:ln xmlns:a="http://schemas.openxmlformats.org/drawingml/2006/main">
              <a:noFill/>
            </a:ln>
          </p:spPr>
        </p:sp>
      </p:grpSp>
      <p:sp>
        <p:nvSpPr>
          <p:cNvPr id="144" name="shared-5afc891c4111592f60aae954-joint-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46503" y="5915741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145" name="shared-5afc891c4111592f60aae954-edge-0"/>
          <p:cNvCxnSpPr>
            <a:stCxn xmlns:a="http://schemas.openxmlformats.org/drawingml/2006/main" id="65" idx="0"/>
            <a:endCxn xmlns:a="http://schemas.openxmlformats.org/drawingml/2006/main" id="144" idx="4"/>
          </p:cNvCxnSpPr>
          <p:nvPr/>
        </p:nvCxnSpPr>
        <p:spPr>
          <a:xfrm xmlns:a="http://schemas.openxmlformats.org/drawingml/2006/main" flipH="0" flipV="0">
            <a:off x="6747138" y="5734924"/>
            <a:ext cx="1270" cy="181452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8587">
            <a:gradFill rotWithShape="1">
              <a:gsLst>
                <a:gs pos="0">
                  <a:srgbClr val="BA5D23"/>
                </a:gs>
                <a:gs pos="100000">
                  <a:srgbClr val="BB5C24"/>
                </a:gs>
              </a:gsLst>
              <a:lin ang="5400000" scaled="0"/>
            </a:gradFill>
          </a:ln>
        </p:spPr>
      </p:cxnSp>
      <p:sp>
        <p:nvSpPr>
          <p:cNvPr id="146" name="shared-5afc891c4111592f60aae954-joint-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02636" y="6016779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147" name="shared-5afc891c4111592f60aae954-edge-1"/>
          <p:cNvCxnSpPr>
            <a:stCxn xmlns:a="http://schemas.openxmlformats.org/drawingml/2006/main" id="144" idx="4"/>
            <a:endCxn xmlns:a="http://schemas.openxmlformats.org/drawingml/2006/main" id="146" idx="4"/>
          </p:cNvCxnSpPr>
          <p:nvPr/>
        </p:nvCxnSpPr>
        <p:spPr>
          <a:xfrm xmlns:a="http://schemas.openxmlformats.org/drawingml/2006/main" flipH="0" flipV="0">
            <a:off x="6747138" y="5916376"/>
            <a:ext cx="56133" cy="101039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8587">
            <a:gradFill rotWithShape="1">
              <a:gsLst>
                <a:gs pos="0">
                  <a:srgbClr val="BB5C24"/>
                </a:gs>
                <a:gs pos="100000">
                  <a:srgbClr val="BC5B25"/>
                </a:gs>
              </a:gsLst>
              <a:lin ang="3656724" scaled="0"/>
            </a:gradFill>
          </a:ln>
        </p:spPr>
      </p:cxnSp>
      <p:sp>
        <p:nvSpPr>
          <p:cNvPr id="148" name="shared-5afc891c4111592f60aae954-joint-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69995" y="6061685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149" name="shared-5afc891c4111592f60aae954-edge-2"/>
          <p:cNvCxnSpPr>
            <a:stCxn xmlns:a="http://schemas.openxmlformats.org/drawingml/2006/main" id="146" idx="4"/>
            <a:endCxn xmlns:a="http://schemas.openxmlformats.org/drawingml/2006/main" id="148" idx="4"/>
          </p:cNvCxnSpPr>
          <p:nvPr/>
        </p:nvCxnSpPr>
        <p:spPr>
          <a:xfrm xmlns:a="http://schemas.openxmlformats.org/drawingml/2006/main" flipH="0" flipV="0">
            <a:off x="6803271" y="6017414"/>
            <a:ext cx="67359" cy="44906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8587">
            <a:gradFill rotWithShape="1">
              <a:gsLst>
                <a:gs pos="0">
                  <a:srgbClr val="BC5B25"/>
                </a:gs>
                <a:gs pos="100000">
                  <a:srgbClr val="BC5A26"/>
                </a:gs>
              </a:gsLst>
              <a:lin ang="2021404" scaled="0"/>
            </a:gradFill>
          </a:ln>
        </p:spPr>
      </p:cxnSp>
      <p:sp>
        <p:nvSpPr>
          <p:cNvPr id="150" name="shared-5afc891c4111592f60aae954-joint-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993487" y="6084138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151" name="shared-5afc891c4111592f60aae954-edge-3"/>
          <p:cNvCxnSpPr>
            <a:stCxn xmlns:a="http://schemas.openxmlformats.org/drawingml/2006/main" id="148" idx="4"/>
            <a:endCxn xmlns:a="http://schemas.openxmlformats.org/drawingml/2006/main" id="150" idx="4"/>
          </p:cNvCxnSpPr>
          <p:nvPr/>
        </p:nvCxnSpPr>
        <p:spPr>
          <a:xfrm xmlns:a="http://schemas.openxmlformats.org/drawingml/2006/main" flipH="0" flipV="0">
            <a:off x="6870630" y="6062320"/>
            <a:ext cx="123492" cy="22453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8587">
            <a:gradFill rotWithShape="1">
              <a:gsLst>
                <a:gs pos="0">
                  <a:srgbClr val="BC5A26"/>
                </a:gs>
                <a:gs pos="100000">
                  <a:srgbClr val="BD5A26"/>
                </a:gs>
              </a:gsLst>
              <a:lin ang="618291" scaled="0"/>
            </a:gradFill>
          </a:ln>
        </p:spPr>
      </p:cxnSp>
      <p:sp>
        <p:nvSpPr>
          <p:cNvPr id="152" name="shared-5afc891c4111592f60aae954-joint-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62923" y="6084138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153" name="shared-5afc891c4111592f60aae954-edge-4"/>
          <p:cNvCxnSpPr>
            <a:stCxn xmlns:a="http://schemas.openxmlformats.org/drawingml/2006/main" id="150" idx="4"/>
            <a:endCxn xmlns:a="http://schemas.openxmlformats.org/drawingml/2006/main" id="152" idx="4"/>
          </p:cNvCxnSpPr>
          <p:nvPr/>
        </p:nvCxnSpPr>
        <p:spPr>
          <a:xfrm xmlns:a="http://schemas.openxmlformats.org/drawingml/2006/main" flipH="0" flipV="0">
            <a:off x="6994122" y="6084773"/>
            <a:ext cx="269436" cy="1270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8587">
            <a:gradFill rotWithShape="1">
              <a:gsLst>
                <a:gs pos="0">
                  <a:srgbClr val="BD5A26"/>
                </a:gs>
                <a:gs pos="100000">
                  <a:srgbClr val="BE5828"/>
                </a:gs>
              </a:gsLst>
              <a:lin ang="0" scaled="0"/>
            </a:gradFill>
          </a:ln>
        </p:spPr>
      </p:cxnSp>
      <p:sp>
        <p:nvSpPr>
          <p:cNvPr id="154" name="shared-5afc891c4111592f60aae954-joint-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32359" y="6095365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155" name="shared-5afc891c4111592f60aae954-edge-5"/>
          <p:cNvCxnSpPr>
            <a:stCxn xmlns:a="http://schemas.openxmlformats.org/drawingml/2006/main" id="152" idx="4"/>
            <a:endCxn xmlns:a="http://schemas.openxmlformats.org/drawingml/2006/main" id="154" idx="4"/>
          </p:cNvCxnSpPr>
          <p:nvPr/>
        </p:nvCxnSpPr>
        <p:spPr>
          <a:xfrm xmlns:a="http://schemas.openxmlformats.org/drawingml/2006/main" flipH="0" flipV="0">
            <a:off x="7263558" y="6084773"/>
            <a:ext cx="269436" cy="11227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8587">
            <a:gradFill rotWithShape="1">
              <a:gsLst>
                <a:gs pos="0">
                  <a:srgbClr val="BE5828"/>
                </a:gs>
                <a:gs pos="100000">
                  <a:srgbClr val="C0562A"/>
                </a:gs>
              </a:gsLst>
              <a:lin ang="143157" scaled="0"/>
            </a:gradFill>
          </a:ln>
        </p:spPr>
      </p:cxnSp>
      <p:sp>
        <p:nvSpPr>
          <p:cNvPr id="156" name="shared-5afc891c4111592f60aae954-joint-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54813" y="6084138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157" name="shared-5afc891c4111592f60aae954-edge-6"/>
          <p:cNvCxnSpPr>
            <a:stCxn xmlns:a="http://schemas.openxmlformats.org/drawingml/2006/main" id="154" idx="4"/>
            <a:endCxn xmlns:a="http://schemas.openxmlformats.org/drawingml/2006/main" id="156" idx="4"/>
          </p:cNvCxnSpPr>
          <p:nvPr/>
        </p:nvCxnSpPr>
        <p:spPr>
          <a:xfrm xmlns:a="http://schemas.openxmlformats.org/drawingml/2006/main" flipH="0" flipV="1">
            <a:off x="7532994" y="6084773"/>
            <a:ext cx="22453" cy="11227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7660">
            <a:solidFill>
              <a:srgbClr val="B85F26"/>
            </a:solidFill>
          </a:ln>
        </p:spPr>
      </p:cxnSp>
      <p:sp>
        <p:nvSpPr>
          <p:cNvPr id="158" name="shared-5afc891c4111592f60aae954-joint-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86614" y="6084138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159" name="shared-5afc891c4111592f60aae954-edge-7"/>
          <p:cNvCxnSpPr>
            <a:stCxn xmlns:a="http://schemas.openxmlformats.org/drawingml/2006/main" id="156" idx="4"/>
            <a:endCxn xmlns:a="http://schemas.openxmlformats.org/drawingml/2006/main" id="158" idx="4"/>
          </p:cNvCxnSpPr>
          <p:nvPr/>
        </p:nvCxnSpPr>
        <p:spPr>
          <a:xfrm xmlns:a="http://schemas.openxmlformats.org/drawingml/2006/main" flipH="0" flipV="0">
            <a:off x="7555448" y="6084773"/>
            <a:ext cx="931801" cy="1270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7660">
            <a:solidFill>
              <a:srgbClr val="B85F26"/>
            </a:solidFill>
          </a:ln>
        </p:spPr>
      </p:cxnSp>
      <p:sp>
        <p:nvSpPr>
          <p:cNvPr id="160" name="shared-5afc891c4111592f60aae954-joint-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11144" y="6095365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161" name="shared-5afc891c4111592f60aae954-edge-8"/>
          <p:cNvCxnSpPr>
            <a:stCxn xmlns:a="http://schemas.openxmlformats.org/drawingml/2006/main" id="158" idx="4"/>
            <a:endCxn xmlns:a="http://schemas.openxmlformats.org/drawingml/2006/main" id="160" idx="4"/>
          </p:cNvCxnSpPr>
          <p:nvPr/>
        </p:nvCxnSpPr>
        <p:spPr>
          <a:xfrm xmlns:a="http://schemas.openxmlformats.org/drawingml/2006/main" flipH="0" flipV="0">
            <a:off x="8487249" y="6084773"/>
            <a:ext cx="224530" cy="11227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7660">
            <a:solidFill>
              <a:srgbClr val="B85F26"/>
            </a:solidFill>
          </a:ln>
        </p:spPr>
      </p:cxnSp>
      <p:sp>
        <p:nvSpPr>
          <p:cNvPr id="162" name="shared-5afc891c4111592f60aae954-joint-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12183" y="6151498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163" name="shared-5afc891c4111592f60aae954-edge-9"/>
          <p:cNvCxnSpPr>
            <a:stCxn xmlns:a="http://schemas.openxmlformats.org/drawingml/2006/main" id="160" idx="4"/>
            <a:endCxn xmlns:a="http://schemas.openxmlformats.org/drawingml/2006/main" id="162" idx="4"/>
          </p:cNvCxnSpPr>
          <p:nvPr/>
        </p:nvCxnSpPr>
        <p:spPr>
          <a:xfrm xmlns:a="http://schemas.openxmlformats.org/drawingml/2006/main" flipH="0" flipV="0">
            <a:off x="8711779" y="6096000"/>
            <a:ext cx="101039" cy="56133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7660">
            <a:solidFill>
              <a:srgbClr val="B85F26"/>
            </a:solidFill>
          </a:ln>
        </p:spPr>
      </p:cxnSp>
      <p:sp>
        <p:nvSpPr>
          <p:cNvPr id="164" name="shared-5afc891c4111592f60aae954-joint-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45862" y="6207630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165" name="shared-5afc891c4111592f60aae954-edge-10"/>
          <p:cNvCxnSpPr>
            <a:stCxn xmlns:a="http://schemas.openxmlformats.org/drawingml/2006/main" id="162" idx="4"/>
            <a:endCxn xmlns:a="http://schemas.openxmlformats.org/drawingml/2006/main" id="164" idx="4"/>
          </p:cNvCxnSpPr>
          <p:nvPr/>
        </p:nvCxnSpPr>
        <p:spPr>
          <a:xfrm xmlns:a="http://schemas.openxmlformats.org/drawingml/2006/main" flipH="0" flipV="0">
            <a:off x="8812818" y="6152133"/>
            <a:ext cx="33680" cy="56133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7660">
            <a:solidFill>
              <a:srgbClr val="B85F26"/>
            </a:solidFill>
          </a:ln>
        </p:spPr>
      </p:cxnSp>
      <p:sp>
        <p:nvSpPr>
          <p:cNvPr id="166" name="shared-5afc891c4111592f60aae954-joint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68315" y="6297442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167" name="shared-5afc891c4111592f60aae954-edge-11"/>
          <p:cNvCxnSpPr>
            <a:stCxn xmlns:a="http://schemas.openxmlformats.org/drawingml/2006/main" id="164" idx="4"/>
            <a:endCxn xmlns:a="http://schemas.openxmlformats.org/drawingml/2006/main" id="166" idx="4"/>
          </p:cNvCxnSpPr>
          <p:nvPr/>
        </p:nvCxnSpPr>
        <p:spPr>
          <a:xfrm xmlns:a="http://schemas.openxmlformats.org/drawingml/2006/main" flipH="0" flipV="0">
            <a:off x="8846497" y="6208265"/>
            <a:ext cx="22453" cy="89812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7660">
            <a:solidFill>
              <a:srgbClr val="B85F26"/>
            </a:solidFill>
          </a:ln>
        </p:spPr>
      </p:cxnSp>
      <p:sp>
        <p:nvSpPr>
          <p:cNvPr id="168" name="shared-5afc891c4111592f60aae954-joint-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68315" y="6544426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169" name="shared-5afc891c4111592f60aae954-edge-12"/>
          <p:cNvCxnSpPr>
            <a:stCxn xmlns:a="http://schemas.openxmlformats.org/drawingml/2006/main" id="166" idx="4"/>
            <a:endCxn xmlns:a="http://schemas.openxmlformats.org/drawingml/2006/main" id="168" idx="4"/>
          </p:cNvCxnSpPr>
          <p:nvPr/>
        </p:nvCxnSpPr>
        <p:spPr>
          <a:xfrm xmlns:a="http://schemas.openxmlformats.org/drawingml/2006/main" flipH="0" flipV="0">
            <a:off x="8868950" y="6298077"/>
            <a:ext cx="1270" cy="246983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7660">
            <a:solidFill>
              <a:srgbClr val="B85F26"/>
            </a:solidFill>
          </a:ln>
        </p:spPr>
      </p:cxnSp>
      <p:cxnSp>
        <p:nvCxnSpPr>
          <p:cNvPr id="170" name="shared-5afc891c4111592f60aae954-edge-13"/>
          <p:cNvCxnSpPr>
            <a:stCxn xmlns:a="http://schemas.openxmlformats.org/drawingml/2006/main" id="168" idx="4"/>
          </p:cNvCxnSpPr>
          <p:nvPr/>
        </p:nvCxnSpPr>
        <p:spPr>
          <a:xfrm xmlns:a="http://schemas.openxmlformats.org/drawingml/2006/main" flipH="0" flipV="0">
            <a:off x="8868950" y="6545061"/>
            <a:ext cx="1270" cy="314343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7660">
            <a:solidFill>
              <a:srgbClr val="B85F26"/>
            </a:solidFill>
            <a:tailEnd type="triangle" w="lg" len="lg"/>
          </a:ln>
        </p:spPr>
      </p:cxnSp>
      <p:sp>
        <p:nvSpPr>
          <p:cNvPr id="171" name="shared-5afc891c4111592f60aae954-joint-1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99719" y="6252536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172" name="shared-5afc891c4111592f60aae954-edge-14"/>
          <p:cNvCxnSpPr>
            <a:stCxn xmlns:a="http://schemas.openxmlformats.org/drawingml/2006/main" id="154" idx="4"/>
            <a:endCxn xmlns:a="http://schemas.openxmlformats.org/drawingml/2006/main" id="171" idx="4"/>
          </p:cNvCxnSpPr>
          <p:nvPr/>
        </p:nvCxnSpPr>
        <p:spPr>
          <a:xfrm xmlns:a="http://schemas.openxmlformats.org/drawingml/2006/main" flipH="0" flipV="0">
            <a:off x="7532994" y="6096000"/>
            <a:ext cx="67359" cy="157171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7235">
            <a:gradFill rotWithShape="1">
              <a:gsLst>
                <a:gs pos="0">
                  <a:srgbClr val="BF4C12"/>
                </a:gs>
                <a:gs pos="100000">
                  <a:srgbClr val="BD4D1E"/>
                </a:gs>
              </a:gsLst>
              <a:lin ang="4008085" scaled="0"/>
            </a:gradFill>
          </a:ln>
        </p:spPr>
      </p:cxnSp>
      <p:sp>
        <p:nvSpPr>
          <p:cNvPr id="173" name="shared-5afc891c4111592f60aae954-joint-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99719" y="6510746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174" name="shared-5afc891c4111592f60aae954-edge-15"/>
          <p:cNvCxnSpPr>
            <a:stCxn xmlns:a="http://schemas.openxmlformats.org/drawingml/2006/main" id="171" idx="4"/>
            <a:endCxn xmlns:a="http://schemas.openxmlformats.org/drawingml/2006/main" id="173" idx="4"/>
          </p:cNvCxnSpPr>
          <p:nvPr/>
        </p:nvCxnSpPr>
        <p:spPr>
          <a:xfrm xmlns:a="http://schemas.openxmlformats.org/drawingml/2006/main" flipH="0" flipV="0">
            <a:off x="7600354" y="6253171"/>
            <a:ext cx="1270" cy="258210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7235">
            <a:gradFill rotWithShape="1">
              <a:gsLst>
                <a:gs pos="0">
                  <a:srgbClr val="BD4D1E"/>
                </a:gs>
                <a:gs pos="11593">
                  <a:srgbClr val="BC4D20"/>
                </a:gs>
                <a:gs pos="79337">
                  <a:srgbClr val="D24124"/>
                </a:gs>
                <a:gs pos="100000">
                  <a:srgbClr val="D14022"/>
                </a:gs>
              </a:gsLst>
              <a:lin ang="5400000" scaled="0"/>
            </a:gradFill>
          </a:ln>
        </p:spPr>
      </p:cxnSp>
      <p:cxnSp>
        <p:nvCxnSpPr>
          <p:cNvPr id="175" name="shared-5afc891c4111592f60aae954-edge-16"/>
          <p:cNvCxnSpPr>
            <a:stCxn xmlns:a="http://schemas.openxmlformats.org/drawingml/2006/main" id="173" idx="4"/>
            <a:endCxn xmlns:a="http://schemas.openxmlformats.org/drawingml/2006/main" id="87" idx="0"/>
          </p:cNvCxnSpPr>
          <p:nvPr/>
        </p:nvCxnSpPr>
        <p:spPr>
          <a:xfrm xmlns:a="http://schemas.openxmlformats.org/drawingml/2006/main" flipH="0" flipV="0">
            <a:off x="7600354" y="6511381"/>
            <a:ext cx="1270" cy="336796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7235">
            <a:gradFill rotWithShape="1">
              <a:gsLst>
                <a:gs pos="0">
                  <a:srgbClr val="D14022"/>
                </a:gs>
                <a:gs pos="41003">
                  <a:srgbClr val="CE3D1C"/>
                </a:gs>
                <a:gs pos="100000">
                  <a:srgbClr val="F54509"/>
                </a:gs>
              </a:gsLst>
              <a:lin ang="5400000" scaled="0"/>
            </a:gradFill>
            <a:tailEnd type="triangle" w="lg" len="lg"/>
          </a:ln>
        </p:spPr>
      </p:cxnSp>
      <p:sp>
        <p:nvSpPr>
          <p:cNvPr id="176" name="shared-7d801ca99e2bbf4a739c749d-joint-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99719" y="8003873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177" name="shared-7d801ca99e2bbf4a739c749d-edge-0"/>
          <p:cNvCxnSpPr>
            <a:stCxn xmlns:a="http://schemas.openxmlformats.org/drawingml/2006/main" id="87" idx="1"/>
            <a:endCxn xmlns:a="http://schemas.openxmlformats.org/drawingml/2006/main" id="176" idx="4"/>
          </p:cNvCxnSpPr>
          <p:nvPr/>
        </p:nvCxnSpPr>
        <p:spPr>
          <a:xfrm xmlns:a="http://schemas.openxmlformats.org/drawingml/2006/main" flipH="1" flipV="0">
            <a:off x="7600354" y="7970829"/>
            <a:ext cx="11227" cy="33680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8425">
            <a:solidFill>
              <a:srgbClr val="1E9963"/>
            </a:solidFill>
          </a:ln>
        </p:spPr>
      </p:cxnSp>
      <p:sp>
        <p:nvSpPr>
          <p:cNvPr id="178" name="shared-7d801ca99e2bbf4a739c749d-joint-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99719" y="8250857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179" name="shared-7d801ca99e2bbf4a739c749d-edge-1"/>
          <p:cNvCxnSpPr>
            <a:stCxn xmlns:a="http://schemas.openxmlformats.org/drawingml/2006/main" id="176" idx="4"/>
            <a:endCxn xmlns:a="http://schemas.openxmlformats.org/drawingml/2006/main" id="178" idx="4"/>
          </p:cNvCxnSpPr>
          <p:nvPr/>
        </p:nvCxnSpPr>
        <p:spPr>
          <a:xfrm xmlns:a="http://schemas.openxmlformats.org/drawingml/2006/main" flipH="0" flipV="0">
            <a:off x="7600354" y="8004508"/>
            <a:ext cx="1270" cy="246983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8425">
            <a:solidFill>
              <a:srgbClr val="1E9963"/>
            </a:solidFill>
          </a:ln>
        </p:spPr>
      </p:cxnSp>
      <p:sp>
        <p:nvSpPr>
          <p:cNvPr id="180" name="shared-7d801ca99e2bbf4a739c749d-joint-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10945" y="8284536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181" name="shared-7d801ca99e2bbf4a739c749d-edge-2"/>
          <p:cNvCxnSpPr>
            <a:stCxn xmlns:a="http://schemas.openxmlformats.org/drawingml/2006/main" id="178" idx="4"/>
            <a:endCxn xmlns:a="http://schemas.openxmlformats.org/drawingml/2006/main" id="180" idx="4"/>
          </p:cNvCxnSpPr>
          <p:nvPr/>
        </p:nvCxnSpPr>
        <p:spPr>
          <a:xfrm xmlns:a="http://schemas.openxmlformats.org/drawingml/2006/main" flipH="0" flipV="0">
            <a:off x="7600354" y="8251492"/>
            <a:ext cx="11227" cy="33680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8425">
            <a:solidFill>
              <a:srgbClr val="1E9963"/>
            </a:solidFill>
          </a:ln>
        </p:spPr>
      </p:cxnSp>
      <p:sp>
        <p:nvSpPr>
          <p:cNvPr id="182" name="shared-7d801ca99e2bbf4a739c749d-joint-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79586" y="8127365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183" name="shared-7d801ca99e2bbf4a739c749d-edge-3"/>
          <p:cNvCxnSpPr>
            <a:stCxn xmlns:a="http://schemas.openxmlformats.org/drawingml/2006/main" id="138" idx="0"/>
            <a:endCxn xmlns:a="http://schemas.openxmlformats.org/drawingml/2006/main" id="182" idx="4"/>
          </p:cNvCxnSpPr>
          <p:nvPr/>
        </p:nvCxnSpPr>
        <p:spPr>
          <a:xfrm xmlns:a="http://schemas.openxmlformats.org/drawingml/2006/main" flipH="1" flipV="0">
            <a:off x="3480221" y="7976035"/>
            <a:ext cx="1270" cy="151965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7965">
            <a:solidFill>
              <a:srgbClr val="329C71"/>
            </a:solidFill>
          </a:ln>
        </p:spPr>
      </p:cxnSp>
      <p:sp>
        <p:nvSpPr>
          <p:cNvPr id="184" name="shared-7d801ca99e2bbf4a739c749d-joint-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02039" y="8262083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185" name="shared-7d801ca99e2bbf4a739c749d-edge-4"/>
          <p:cNvCxnSpPr>
            <a:stCxn xmlns:a="http://schemas.openxmlformats.org/drawingml/2006/main" id="182" idx="4"/>
            <a:endCxn xmlns:a="http://schemas.openxmlformats.org/drawingml/2006/main" id="184" idx="4"/>
          </p:cNvCxnSpPr>
          <p:nvPr/>
        </p:nvCxnSpPr>
        <p:spPr>
          <a:xfrm xmlns:a="http://schemas.openxmlformats.org/drawingml/2006/main" flipH="0" flipV="0">
            <a:off x="3480221" y="8128000"/>
            <a:ext cx="22453" cy="134718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7965">
            <a:solidFill>
              <a:srgbClr val="329C71"/>
            </a:solidFill>
          </a:ln>
        </p:spPr>
      </p:cxnSp>
      <p:sp>
        <p:nvSpPr>
          <p:cNvPr id="186" name="shared-7d801ca99e2bbf4a739c749d-joint-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46945" y="8340669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187" name="shared-7d801ca99e2bbf4a739c749d-edge-5"/>
          <p:cNvCxnSpPr>
            <a:stCxn xmlns:a="http://schemas.openxmlformats.org/drawingml/2006/main" id="184" idx="4"/>
            <a:endCxn xmlns:a="http://schemas.openxmlformats.org/drawingml/2006/main" id="186" idx="4"/>
          </p:cNvCxnSpPr>
          <p:nvPr/>
        </p:nvCxnSpPr>
        <p:spPr>
          <a:xfrm xmlns:a="http://schemas.openxmlformats.org/drawingml/2006/main" flipH="0" flipV="0">
            <a:off x="3502674" y="8262718"/>
            <a:ext cx="44906" cy="78586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7965">
            <a:solidFill>
              <a:srgbClr val="329C71"/>
            </a:solidFill>
          </a:ln>
        </p:spPr>
      </p:cxnSp>
      <p:sp>
        <p:nvSpPr>
          <p:cNvPr id="188" name="shared-7d801ca99e2bbf4a739c749d-joint-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47984" y="8396801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189" name="shared-7d801ca99e2bbf4a739c749d-edge-6"/>
          <p:cNvCxnSpPr>
            <a:stCxn xmlns:a="http://schemas.openxmlformats.org/drawingml/2006/main" id="186" idx="4"/>
            <a:endCxn xmlns:a="http://schemas.openxmlformats.org/drawingml/2006/main" id="188" idx="4"/>
          </p:cNvCxnSpPr>
          <p:nvPr/>
        </p:nvCxnSpPr>
        <p:spPr>
          <a:xfrm xmlns:a="http://schemas.openxmlformats.org/drawingml/2006/main" flipH="0" flipV="0">
            <a:off x="3547580" y="8341304"/>
            <a:ext cx="101039" cy="56133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7965">
            <a:solidFill>
              <a:srgbClr val="329C71"/>
            </a:solidFill>
          </a:ln>
        </p:spPr>
      </p:cxnSp>
      <p:sp>
        <p:nvSpPr>
          <p:cNvPr id="190" name="shared-7d801ca99e2bbf4a739c749d-joint-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82702" y="8396801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191" name="shared-7d801ca99e2bbf4a739c749d-edge-7"/>
          <p:cNvCxnSpPr>
            <a:stCxn xmlns:a="http://schemas.openxmlformats.org/drawingml/2006/main" id="188" idx="4"/>
            <a:endCxn xmlns:a="http://schemas.openxmlformats.org/drawingml/2006/main" id="190" idx="4"/>
          </p:cNvCxnSpPr>
          <p:nvPr/>
        </p:nvCxnSpPr>
        <p:spPr>
          <a:xfrm xmlns:a="http://schemas.openxmlformats.org/drawingml/2006/main" flipH="0" flipV="0">
            <a:off x="3648619" y="8397436"/>
            <a:ext cx="134718" cy="1270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7965">
            <a:solidFill>
              <a:srgbClr val="329C71"/>
            </a:solidFill>
          </a:ln>
        </p:spPr>
      </p:cxnSp>
      <p:sp>
        <p:nvSpPr>
          <p:cNvPr id="192" name="shared-7d801ca99e2bbf4a739c749d-joint-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06194" y="8419255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193" name="shared-7d801ca99e2bbf4a739c749d-edge-8"/>
          <p:cNvCxnSpPr>
            <a:stCxn xmlns:a="http://schemas.openxmlformats.org/drawingml/2006/main" id="190" idx="4"/>
            <a:endCxn xmlns:a="http://schemas.openxmlformats.org/drawingml/2006/main" id="192" idx="4"/>
          </p:cNvCxnSpPr>
          <p:nvPr/>
        </p:nvCxnSpPr>
        <p:spPr>
          <a:xfrm xmlns:a="http://schemas.openxmlformats.org/drawingml/2006/main" flipH="0" flipV="0">
            <a:off x="3783337" y="8397436"/>
            <a:ext cx="123492" cy="22453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7965">
            <a:solidFill>
              <a:srgbClr val="329C71"/>
            </a:solidFill>
          </a:ln>
        </p:spPr>
      </p:cxnSp>
      <p:sp>
        <p:nvSpPr>
          <p:cNvPr id="194" name="shared-7d801ca99e2bbf4a739c749d-joint-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84779" y="8475387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195" name="shared-7d801ca99e2bbf4a739c749d-edge-9"/>
          <p:cNvCxnSpPr>
            <a:stCxn xmlns:a="http://schemas.openxmlformats.org/drawingml/2006/main" id="192" idx="4"/>
            <a:endCxn xmlns:a="http://schemas.openxmlformats.org/drawingml/2006/main" id="194" idx="4"/>
          </p:cNvCxnSpPr>
          <p:nvPr/>
        </p:nvCxnSpPr>
        <p:spPr>
          <a:xfrm xmlns:a="http://schemas.openxmlformats.org/drawingml/2006/main" flipH="0" flipV="0">
            <a:off x="3906829" y="8419890"/>
            <a:ext cx="78586" cy="56133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7965">
            <a:solidFill>
              <a:srgbClr val="329C71"/>
            </a:solidFill>
          </a:ln>
        </p:spPr>
      </p:cxnSp>
      <p:sp>
        <p:nvSpPr>
          <p:cNvPr id="196" name="shared-7d801ca99e2bbf4a739c749d-joint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96006" y="8509067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197" name="shared-7d801ca99e2bbf4a739c749d-edge-10"/>
          <p:cNvCxnSpPr>
            <a:stCxn xmlns:a="http://schemas.openxmlformats.org/drawingml/2006/main" id="194" idx="4"/>
            <a:endCxn xmlns:a="http://schemas.openxmlformats.org/drawingml/2006/main" id="196" idx="4"/>
          </p:cNvCxnSpPr>
          <p:nvPr/>
        </p:nvCxnSpPr>
        <p:spPr>
          <a:xfrm xmlns:a="http://schemas.openxmlformats.org/drawingml/2006/main" flipH="0" flipV="0">
            <a:off x="3985414" y="8476022"/>
            <a:ext cx="11227" cy="33680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7965">
            <a:solidFill>
              <a:srgbClr val="329C71"/>
            </a:solidFill>
          </a:ln>
        </p:spPr>
      </p:cxnSp>
      <p:sp>
        <p:nvSpPr>
          <p:cNvPr id="198" name="shared-7d801ca99e2bbf4a739c749d-joint-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40912" y="8553973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199" name="shared-7d801ca99e2bbf4a739c749d-edge-11"/>
          <p:cNvCxnSpPr>
            <a:stCxn xmlns:a="http://schemas.openxmlformats.org/drawingml/2006/main" id="196" idx="4"/>
            <a:endCxn xmlns:a="http://schemas.openxmlformats.org/drawingml/2006/main" id="198" idx="4"/>
          </p:cNvCxnSpPr>
          <p:nvPr/>
        </p:nvCxnSpPr>
        <p:spPr>
          <a:xfrm xmlns:a="http://schemas.openxmlformats.org/drawingml/2006/main" flipH="0" flipV="0">
            <a:off x="3996641" y="8509702"/>
            <a:ext cx="44906" cy="44906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7965">
            <a:solidFill>
              <a:srgbClr val="329C71"/>
            </a:solidFill>
          </a:ln>
        </p:spPr>
      </p:cxnSp>
      <p:sp>
        <p:nvSpPr>
          <p:cNvPr id="200" name="shared-7d801ca99e2bbf4a739c749d-joint-1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56492" y="8003873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201" name="shared-7d801ca99e2bbf4a739c749d-edge-12"/>
          <p:cNvCxnSpPr>
            <a:stCxn xmlns:a="http://schemas.openxmlformats.org/drawingml/2006/main" id="82" idx="0"/>
            <a:endCxn xmlns:a="http://schemas.openxmlformats.org/drawingml/2006/main" id="200" idx="4"/>
          </p:cNvCxnSpPr>
          <p:nvPr/>
        </p:nvCxnSpPr>
        <p:spPr>
          <a:xfrm xmlns:a="http://schemas.openxmlformats.org/drawingml/2006/main" flipH="1" flipV="0">
            <a:off x="5557127" y="7976480"/>
            <a:ext cx="11227" cy="28029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8721">
            <a:gradFill rotWithShape="1">
              <a:gsLst>
                <a:gs pos="0">
                  <a:srgbClr val="208B52"/>
                </a:gs>
                <a:gs pos="100000">
                  <a:srgbClr val="208B54"/>
                </a:gs>
              </a:gsLst>
              <a:lin ang="8100000" scaled="0"/>
            </a:gradFill>
          </a:ln>
        </p:spPr>
      </p:cxnSp>
      <p:sp>
        <p:nvSpPr>
          <p:cNvPr id="202" name="shared-7d801ca99e2bbf4a739c749d-joint-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56492" y="8228404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203" name="shared-7d801ca99e2bbf4a739c749d-edge-13"/>
          <p:cNvCxnSpPr>
            <a:stCxn xmlns:a="http://schemas.openxmlformats.org/drawingml/2006/main" id="200" idx="4"/>
            <a:endCxn xmlns:a="http://schemas.openxmlformats.org/drawingml/2006/main" id="202" idx="4"/>
          </p:cNvCxnSpPr>
          <p:nvPr/>
        </p:nvCxnSpPr>
        <p:spPr>
          <a:xfrm xmlns:a="http://schemas.openxmlformats.org/drawingml/2006/main" flipH="0" flipV="0">
            <a:off x="5557127" y="8004508"/>
            <a:ext cx="1270" cy="224530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8721">
            <a:gradFill rotWithShape="1">
              <a:gsLst>
                <a:gs pos="0">
                  <a:srgbClr val="208B52"/>
                </a:gs>
                <a:gs pos="100000">
                  <a:srgbClr val="299080"/>
                </a:gs>
              </a:gsLst>
              <a:lin ang="5400000" scaled="0"/>
            </a:gradFill>
          </a:ln>
        </p:spPr>
      </p:cxnSp>
      <p:sp>
        <p:nvSpPr>
          <p:cNvPr id="204" name="shared-7d801ca99e2bbf4a739c749d-joint-1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67719" y="8239630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205" name="shared-7d801ca99e2bbf4a739c749d-edge-14"/>
          <p:cNvCxnSpPr>
            <a:stCxn xmlns:a="http://schemas.openxmlformats.org/drawingml/2006/main" id="202" idx="4"/>
            <a:endCxn xmlns:a="http://schemas.openxmlformats.org/drawingml/2006/main" id="204" idx="4"/>
          </p:cNvCxnSpPr>
          <p:nvPr/>
        </p:nvCxnSpPr>
        <p:spPr>
          <a:xfrm xmlns:a="http://schemas.openxmlformats.org/drawingml/2006/main" flipH="0" flipV="0">
            <a:off x="5557127" y="8229039"/>
            <a:ext cx="11227" cy="11227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8721">
            <a:gradFill rotWithShape="1">
              <a:gsLst>
                <a:gs pos="0">
                  <a:srgbClr val="299080"/>
                </a:gs>
                <a:gs pos="100000">
                  <a:srgbClr val="299182"/>
                </a:gs>
              </a:gsLst>
              <a:lin ang="2700000" scaled="0"/>
            </a:gradFill>
          </a:ln>
        </p:spPr>
      </p:cxnSp>
      <p:sp>
        <p:nvSpPr>
          <p:cNvPr id="206" name="shared-7d801ca99e2bbf4a739c749d-joint-1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56492" y="8284536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207" name="shared-7d801ca99e2bbf4a739c749d-edge-15"/>
          <p:cNvCxnSpPr>
            <a:stCxn xmlns:a="http://schemas.openxmlformats.org/drawingml/2006/main" id="204" idx="4"/>
            <a:endCxn xmlns:a="http://schemas.openxmlformats.org/drawingml/2006/main" id="206" idx="4"/>
          </p:cNvCxnSpPr>
          <p:nvPr/>
        </p:nvCxnSpPr>
        <p:spPr>
          <a:xfrm xmlns:a="http://schemas.openxmlformats.org/drawingml/2006/main" flipH="1" flipV="0">
            <a:off x="5557127" y="8240265"/>
            <a:ext cx="11227" cy="44906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8721">
            <a:gradFill rotWithShape="1">
              <a:gsLst>
                <a:gs pos="0">
                  <a:srgbClr val="299182"/>
                </a:gs>
                <a:gs pos="100000">
                  <a:srgbClr val="2B928D"/>
                </a:gs>
              </a:gsLst>
              <a:lin ang="6242175" scaled="0"/>
            </a:gradFill>
          </a:ln>
        </p:spPr>
      </p:cxnSp>
      <p:sp>
        <p:nvSpPr>
          <p:cNvPr id="208" name="shared-7d801ca99e2bbf4a739c749d-joint-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44227" y="8374348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209" name="shared-7d801ca99e2bbf4a739c749d-edge-16"/>
          <p:cNvCxnSpPr>
            <a:stCxn xmlns:a="http://schemas.openxmlformats.org/drawingml/2006/main" id="206" idx="4"/>
            <a:endCxn xmlns:a="http://schemas.openxmlformats.org/drawingml/2006/main" id="208" idx="4"/>
          </p:cNvCxnSpPr>
          <p:nvPr/>
        </p:nvCxnSpPr>
        <p:spPr>
          <a:xfrm xmlns:a="http://schemas.openxmlformats.org/drawingml/2006/main" flipH="1" flipV="0">
            <a:off x="5444862" y="8285171"/>
            <a:ext cx="112265" cy="89812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5711">
            <a:gradFill rotWithShape="1">
              <a:gsLst>
                <a:gs pos="0">
                  <a:srgbClr val="3087AD"/>
                </a:gs>
                <a:gs pos="100000">
                  <a:srgbClr val="3088B2"/>
                </a:gs>
              </a:gsLst>
              <a:lin ang="8480412" scaled="0"/>
            </a:gradFill>
          </a:ln>
        </p:spPr>
      </p:cxnSp>
      <p:sp>
        <p:nvSpPr>
          <p:cNvPr id="210" name="shared-7d801ca99e2bbf4a739c749d-joint-2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98282" y="8396801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211" name="shared-7d801ca99e2bbf4a739c749d-edge-17"/>
          <p:cNvCxnSpPr>
            <a:stCxn xmlns:a="http://schemas.openxmlformats.org/drawingml/2006/main" id="208" idx="4"/>
            <a:endCxn xmlns:a="http://schemas.openxmlformats.org/drawingml/2006/main" id="210" idx="4"/>
          </p:cNvCxnSpPr>
          <p:nvPr/>
        </p:nvCxnSpPr>
        <p:spPr>
          <a:xfrm xmlns:a="http://schemas.openxmlformats.org/drawingml/2006/main" flipH="1" flipV="0">
            <a:off x="5298917" y="8374983"/>
            <a:ext cx="145945" cy="22453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5711">
            <a:gradFill rotWithShape="1">
              <a:gsLst>
                <a:gs pos="0">
                  <a:srgbClr val="3088B2"/>
                </a:gs>
                <a:gs pos="100000">
                  <a:srgbClr val="3089B8"/>
                </a:gs>
              </a:gsLst>
              <a:lin ang="10275230" scaled="0"/>
            </a:gradFill>
          </a:ln>
        </p:spPr>
      </p:cxnSp>
      <p:sp>
        <p:nvSpPr>
          <p:cNvPr id="212" name="shared-7d801ca99e2bbf4a739c749d-joint-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9785" y="8396801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213" name="shared-7d801ca99e2bbf4a739c749d-edge-18"/>
          <p:cNvCxnSpPr>
            <a:stCxn xmlns:a="http://schemas.openxmlformats.org/drawingml/2006/main" id="210" idx="4"/>
            <a:endCxn xmlns:a="http://schemas.openxmlformats.org/drawingml/2006/main" id="212" idx="4"/>
          </p:cNvCxnSpPr>
          <p:nvPr/>
        </p:nvCxnSpPr>
        <p:spPr>
          <a:xfrm xmlns:a="http://schemas.openxmlformats.org/drawingml/2006/main" flipH="1" flipV="0">
            <a:off x="4580420" y="8397436"/>
            <a:ext cx="718497" cy="1270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5711">
            <a:gradFill rotWithShape="1">
              <a:gsLst>
                <a:gs pos="0">
                  <a:srgbClr val="3089B8"/>
                </a:gs>
                <a:gs pos="71762">
                  <a:srgbClr val="308ECD"/>
                </a:gs>
                <a:gs pos="100000">
                  <a:srgbClr val="308BC3"/>
                </a:gs>
              </a:gsLst>
              <a:lin ang="10800000" scaled="0"/>
            </a:gradFill>
          </a:ln>
        </p:spPr>
      </p:cxnSp>
      <p:sp>
        <p:nvSpPr>
          <p:cNvPr id="214" name="shared-7d801ca99e2bbf4a739c749d-joint-2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20536" y="8408028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215" name="shared-7d801ca99e2bbf4a739c749d-edge-19"/>
          <p:cNvCxnSpPr>
            <a:stCxn xmlns:a="http://schemas.openxmlformats.org/drawingml/2006/main" id="212" idx="4"/>
            <a:endCxn xmlns:a="http://schemas.openxmlformats.org/drawingml/2006/main" id="214" idx="4"/>
          </p:cNvCxnSpPr>
          <p:nvPr/>
        </p:nvCxnSpPr>
        <p:spPr>
          <a:xfrm xmlns:a="http://schemas.openxmlformats.org/drawingml/2006/main" flipH="1" flipV="0">
            <a:off x="4221171" y="8397436"/>
            <a:ext cx="359249" cy="11227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5711">
            <a:gradFill rotWithShape="1">
              <a:gsLst>
                <a:gs pos="0">
                  <a:srgbClr val="308BC3"/>
                </a:gs>
                <a:gs pos="100000">
                  <a:srgbClr val="2F87B4"/>
                </a:gs>
              </a:gsLst>
              <a:lin ang="10692605" scaled="0"/>
            </a:gradFill>
          </a:ln>
        </p:spPr>
      </p:cxnSp>
      <p:sp>
        <p:nvSpPr>
          <p:cNvPr id="216" name="shared-7d801ca99e2bbf4a739c749d-joint-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64404" y="8430481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217" name="shared-7d801ca99e2bbf4a739c749d-edge-20"/>
          <p:cNvCxnSpPr>
            <a:stCxn xmlns:a="http://schemas.openxmlformats.org/drawingml/2006/main" id="214" idx="4"/>
            <a:endCxn xmlns:a="http://schemas.openxmlformats.org/drawingml/2006/main" id="216" idx="4"/>
          </p:cNvCxnSpPr>
          <p:nvPr/>
        </p:nvCxnSpPr>
        <p:spPr>
          <a:xfrm xmlns:a="http://schemas.openxmlformats.org/drawingml/2006/main" flipH="1" flipV="0">
            <a:off x="4165039" y="8408663"/>
            <a:ext cx="56133" cy="22453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5711">
            <a:gradFill rotWithShape="1">
              <a:gsLst>
                <a:gs pos="0">
                  <a:srgbClr val="2F87B4"/>
                </a:gs>
                <a:gs pos="100000">
                  <a:srgbClr val="2F85B0"/>
                </a:gs>
              </a:gsLst>
              <a:lin ang="9491915" scaled="0"/>
            </a:gradFill>
          </a:ln>
        </p:spPr>
      </p:cxnSp>
      <p:cxnSp>
        <p:nvCxnSpPr>
          <p:cNvPr id="218" name="shared-7d801ca99e2bbf4a739c749d-edge-21"/>
          <p:cNvCxnSpPr>
            <a:stCxn xmlns:a="http://schemas.openxmlformats.org/drawingml/2006/main" id="216" idx="4"/>
            <a:endCxn xmlns:a="http://schemas.openxmlformats.org/drawingml/2006/main" id="198" idx="4"/>
          </p:cNvCxnSpPr>
          <p:nvPr/>
        </p:nvCxnSpPr>
        <p:spPr>
          <a:xfrm xmlns:a="http://schemas.openxmlformats.org/drawingml/2006/main" flipH="1" flipV="0">
            <a:off x="4041547" y="8431116"/>
            <a:ext cx="123492" cy="123492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5711">
            <a:gradFill rotWithShape="1">
              <a:gsLst>
                <a:gs pos="0">
                  <a:srgbClr val="2F85B0"/>
                </a:gs>
                <a:gs pos="100000">
                  <a:srgbClr val="2F83A7"/>
                </a:gs>
              </a:gsLst>
              <a:lin ang="8100000" scaled="0"/>
            </a:gradFill>
          </a:ln>
        </p:spPr>
      </p:cxnSp>
      <p:sp>
        <p:nvSpPr>
          <p:cNvPr id="219" name="shared-7d801ca99e2bbf4a739c749d-joint-2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67719" y="8284536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220" name="shared-7d801ca99e2bbf4a739c749d-edge-22"/>
          <p:cNvCxnSpPr>
            <a:stCxn xmlns:a="http://schemas.openxmlformats.org/drawingml/2006/main" id="206" idx="4"/>
            <a:endCxn xmlns:a="http://schemas.openxmlformats.org/drawingml/2006/main" id="219" idx="4"/>
          </p:cNvCxnSpPr>
          <p:nvPr/>
        </p:nvCxnSpPr>
        <p:spPr>
          <a:xfrm xmlns:a="http://schemas.openxmlformats.org/drawingml/2006/main" flipH="0" flipV="0">
            <a:off x="5557127" y="8285171"/>
            <a:ext cx="11227" cy="1270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9501">
            <a:gradFill rotWithShape="1">
              <a:gsLst>
                <a:gs pos="0">
                  <a:srgbClr val="50AB70"/>
                </a:gs>
                <a:gs pos="100000">
                  <a:srgbClr val="4DA876"/>
                </a:gs>
              </a:gsLst>
              <a:lin ang="0" scaled="0"/>
            </a:gradFill>
          </a:ln>
        </p:spPr>
      </p:cxnSp>
      <p:sp>
        <p:nvSpPr>
          <p:cNvPr id="221" name="shared-7d801ca99e2bbf4a739c749d-joint-2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35078" y="8351895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222" name="shared-7d801ca99e2bbf4a739c749d-edge-23"/>
          <p:cNvCxnSpPr>
            <a:stCxn xmlns:a="http://schemas.openxmlformats.org/drawingml/2006/main" id="219" idx="4"/>
            <a:endCxn xmlns:a="http://schemas.openxmlformats.org/drawingml/2006/main" id="221" idx="4"/>
          </p:cNvCxnSpPr>
          <p:nvPr/>
        </p:nvCxnSpPr>
        <p:spPr>
          <a:xfrm xmlns:a="http://schemas.openxmlformats.org/drawingml/2006/main" flipH="0" flipV="0">
            <a:off x="5568354" y="8285171"/>
            <a:ext cx="67359" cy="67359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9501">
            <a:gradFill rotWithShape="1">
              <a:gsLst>
                <a:gs pos="0">
                  <a:srgbClr val="4DA876"/>
                </a:gs>
                <a:gs pos="100000">
                  <a:srgbClr val="419F89"/>
                </a:gs>
              </a:gsLst>
              <a:lin ang="2700000" scaled="0"/>
            </a:gradFill>
          </a:ln>
        </p:spPr>
      </p:cxnSp>
      <p:sp>
        <p:nvSpPr>
          <p:cNvPr id="223" name="shared-7d801ca99e2bbf4a739c749d-joint-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91210" y="8385575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224" name="shared-7d801ca99e2bbf4a739c749d-edge-24"/>
          <p:cNvCxnSpPr>
            <a:stCxn xmlns:a="http://schemas.openxmlformats.org/drawingml/2006/main" id="221" idx="4"/>
            <a:endCxn xmlns:a="http://schemas.openxmlformats.org/drawingml/2006/main" id="223" idx="4"/>
          </p:cNvCxnSpPr>
          <p:nvPr/>
        </p:nvCxnSpPr>
        <p:spPr>
          <a:xfrm xmlns:a="http://schemas.openxmlformats.org/drawingml/2006/main" flipH="0" flipV="0">
            <a:off x="5635713" y="8352530"/>
            <a:ext cx="56133" cy="33680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9501">
            <a:gradFill rotWithShape="1">
              <a:gsLst>
                <a:gs pos="0">
                  <a:srgbClr val="419F89"/>
                </a:gs>
                <a:gs pos="100000">
                  <a:srgbClr val="3B9A92"/>
                </a:gs>
              </a:gsLst>
              <a:lin ang="1857825" scaled="0"/>
            </a:gradFill>
          </a:ln>
        </p:spPr>
      </p:cxnSp>
      <p:sp>
        <p:nvSpPr>
          <p:cNvPr id="225" name="shared-7d801ca99e2bbf4a739c749d-joint-2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53575" y="8385575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226" name="shared-7d801ca99e2bbf4a739c749d-edge-25"/>
          <p:cNvCxnSpPr>
            <a:stCxn xmlns:a="http://schemas.openxmlformats.org/drawingml/2006/main" id="223" idx="4"/>
            <a:endCxn xmlns:a="http://schemas.openxmlformats.org/drawingml/2006/main" id="225" idx="4"/>
          </p:cNvCxnSpPr>
          <p:nvPr/>
        </p:nvCxnSpPr>
        <p:spPr>
          <a:xfrm xmlns:a="http://schemas.openxmlformats.org/drawingml/2006/main" flipH="0" flipV="0">
            <a:off x="5691845" y="8386210"/>
            <a:ext cx="662365" cy="1270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9501">
            <a:gradFill rotWithShape="1">
              <a:gsLst>
                <a:gs pos="0">
                  <a:srgbClr val="3B9A92"/>
                </a:gs>
                <a:gs pos="13214">
                  <a:srgbClr val="3293A1"/>
                </a:gs>
                <a:gs pos="56451">
                  <a:srgbClr val="2A87C5"/>
                </a:gs>
                <a:gs pos="99687">
                  <a:srgbClr val="2F92C9"/>
                </a:gs>
                <a:gs pos="100000">
                  <a:srgbClr val="2F92C9"/>
                </a:gs>
              </a:gsLst>
              <a:lin ang="0" scaled="0"/>
            </a:gradFill>
          </a:ln>
        </p:spPr>
      </p:cxnSp>
      <p:sp>
        <p:nvSpPr>
          <p:cNvPr id="227" name="shared-7d801ca99e2bbf4a739c749d-joint-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88293" y="8408028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228" name="shared-7d801ca99e2bbf4a739c749d-edge-26"/>
          <p:cNvCxnSpPr>
            <a:stCxn xmlns:a="http://schemas.openxmlformats.org/drawingml/2006/main" id="225" idx="4"/>
            <a:endCxn xmlns:a="http://schemas.openxmlformats.org/drawingml/2006/main" id="227" idx="4"/>
          </p:cNvCxnSpPr>
          <p:nvPr/>
        </p:nvCxnSpPr>
        <p:spPr>
          <a:xfrm xmlns:a="http://schemas.openxmlformats.org/drawingml/2006/main" flipH="0" flipV="0">
            <a:off x="6354210" y="8386210"/>
            <a:ext cx="134718" cy="22453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9501">
            <a:gradFill rotWithShape="1">
              <a:gsLst>
                <a:gs pos="0">
                  <a:srgbClr val="2F92C9"/>
                </a:gs>
                <a:gs pos="100000">
                  <a:srgbClr val="298BBE"/>
                </a:gs>
              </a:gsLst>
              <a:lin ang="567739" scaled="0"/>
            </a:gradFill>
          </a:ln>
        </p:spPr>
      </p:cxnSp>
      <p:sp>
        <p:nvSpPr>
          <p:cNvPr id="229" name="shared-7d801ca99e2bbf4a739c749d-joint-2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99520" y="8419255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230" name="shared-7d801ca99e2bbf4a739c749d-edge-27"/>
          <p:cNvCxnSpPr>
            <a:stCxn xmlns:a="http://schemas.openxmlformats.org/drawingml/2006/main" id="227" idx="4"/>
            <a:endCxn xmlns:a="http://schemas.openxmlformats.org/drawingml/2006/main" id="229" idx="4"/>
          </p:cNvCxnSpPr>
          <p:nvPr/>
        </p:nvCxnSpPr>
        <p:spPr>
          <a:xfrm xmlns:a="http://schemas.openxmlformats.org/drawingml/2006/main" flipH="0" flipV="0">
            <a:off x="6488928" y="8408663"/>
            <a:ext cx="11227" cy="11227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9501">
            <a:gradFill rotWithShape="1">
              <a:gsLst>
                <a:gs pos="0">
                  <a:srgbClr val="298BBE"/>
                </a:gs>
                <a:gs pos="100000">
                  <a:srgbClr val="2789BB"/>
                </a:gs>
              </a:gsLst>
              <a:lin ang="2700000" scaled="0"/>
            </a:gradFill>
          </a:ln>
        </p:spPr>
      </p:cxnSp>
      <p:sp>
        <p:nvSpPr>
          <p:cNvPr id="231" name="shared-7d801ca99e2bbf4a739c749d-joint-3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78105" y="8553973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232" name="shared-7d801ca99e2bbf4a739c749d-edge-28"/>
          <p:cNvCxnSpPr>
            <a:stCxn xmlns:a="http://schemas.openxmlformats.org/drawingml/2006/main" id="229" idx="4"/>
            <a:endCxn xmlns:a="http://schemas.openxmlformats.org/drawingml/2006/main" id="231" idx="4"/>
          </p:cNvCxnSpPr>
          <p:nvPr/>
        </p:nvCxnSpPr>
        <p:spPr>
          <a:xfrm xmlns:a="http://schemas.openxmlformats.org/drawingml/2006/main" flipH="0" flipV="0">
            <a:off x="6500155" y="8419890"/>
            <a:ext cx="78586" cy="134718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9501">
            <a:gradFill rotWithShape="1">
              <a:gsLst>
                <a:gs pos="0">
                  <a:srgbClr val="2789BB"/>
                </a:gs>
                <a:gs pos="100000">
                  <a:srgbClr val="2182B0"/>
                </a:gs>
              </a:gsLst>
              <a:lin ang="3584614" scaled="0"/>
            </a:gradFill>
          </a:ln>
        </p:spPr>
      </p:cxnSp>
      <p:sp>
        <p:nvSpPr>
          <p:cNvPr id="233" name="shared-7d801ca99e2bbf4a739c749d-joint-3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88492" y="8284536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234" name="shared-7d801ca99e2bbf4a739c749d-edge-29"/>
          <p:cNvCxnSpPr>
            <a:stCxn xmlns:a="http://schemas.openxmlformats.org/drawingml/2006/main" id="180" idx="4"/>
            <a:endCxn xmlns:a="http://schemas.openxmlformats.org/drawingml/2006/main" id="233" idx="4"/>
          </p:cNvCxnSpPr>
          <p:nvPr/>
        </p:nvCxnSpPr>
        <p:spPr>
          <a:xfrm xmlns:a="http://schemas.openxmlformats.org/drawingml/2006/main" flipH="1" flipV="0">
            <a:off x="7589127" y="8285171"/>
            <a:ext cx="22453" cy="1270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9234">
            <a:gradFill rotWithShape="1">
              <a:gsLst>
                <a:gs pos="0">
                  <a:srgbClr val="29A46A"/>
                </a:gs>
                <a:gs pos="100000">
                  <a:srgbClr val="29A46A"/>
                </a:gs>
              </a:gsLst>
              <a:lin ang="10800000" scaled="0"/>
            </a:gradFill>
          </a:ln>
        </p:spPr>
      </p:cxnSp>
      <p:sp>
        <p:nvSpPr>
          <p:cNvPr id="235" name="shared-7d801ca99e2bbf4a739c749d-joint-3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54813" y="8351895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236" name="shared-7d801ca99e2bbf4a739c749d-edge-30"/>
          <p:cNvCxnSpPr>
            <a:stCxn xmlns:a="http://schemas.openxmlformats.org/drawingml/2006/main" id="233" idx="4"/>
            <a:endCxn xmlns:a="http://schemas.openxmlformats.org/drawingml/2006/main" id="235" idx="4"/>
          </p:cNvCxnSpPr>
          <p:nvPr/>
        </p:nvCxnSpPr>
        <p:spPr>
          <a:xfrm xmlns:a="http://schemas.openxmlformats.org/drawingml/2006/main" flipH="1" flipV="0">
            <a:off x="7555448" y="8285171"/>
            <a:ext cx="33680" cy="67359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9234">
            <a:gradFill rotWithShape="1">
              <a:gsLst>
                <a:gs pos="0">
                  <a:srgbClr val="29A46A"/>
                </a:gs>
                <a:gs pos="100000">
                  <a:srgbClr val="2AA36D"/>
                </a:gs>
              </a:gsLst>
              <a:lin ang="6993903" scaled="0"/>
            </a:gradFill>
          </a:ln>
        </p:spPr>
      </p:cxnSp>
      <p:sp>
        <p:nvSpPr>
          <p:cNvPr id="237" name="shared-7d801ca99e2bbf4a739c749d-joint-3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65000" y="8396801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238" name="shared-7d801ca99e2bbf4a739c749d-edge-31"/>
          <p:cNvCxnSpPr>
            <a:stCxn xmlns:a="http://schemas.openxmlformats.org/drawingml/2006/main" id="235" idx="4"/>
            <a:endCxn xmlns:a="http://schemas.openxmlformats.org/drawingml/2006/main" id="237" idx="4"/>
          </p:cNvCxnSpPr>
          <p:nvPr/>
        </p:nvCxnSpPr>
        <p:spPr>
          <a:xfrm xmlns:a="http://schemas.openxmlformats.org/drawingml/2006/main" flipH="1" flipV="0">
            <a:off x="7465635" y="8352530"/>
            <a:ext cx="89812" cy="44906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9234">
            <a:gradFill rotWithShape="1">
              <a:gsLst>
                <a:gs pos="0">
                  <a:srgbClr val="2AA36D"/>
                </a:gs>
                <a:gs pos="100000">
                  <a:srgbClr val="2BA36F"/>
                </a:gs>
              </a:gsLst>
              <a:lin ang="9206097" scaled="0"/>
            </a:gradFill>
          </a:ln>
        </p:spPr>
      </p:cxnSp>
      <p:sp>
        <p:nvSpPr>
          <p:cNvPr id="239" name="shared-7d801ca99e2bbf4a739c749d-joint-3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04713" y="8396801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240" name="shared-7d801ca99e2bbf4a739c749d-edge-32"/>
          <p:cNvCxnSpPr>
            <a:stCxn xmlns:a="http://schemas.openxmlformats.org/drawingml/2006/main" id="237" idx="4"/>
            <a:endCxn xmlns:a="http://schemas.openxmlformats.org/drawingml/2006/main" id="239" idx="4"/>
          </p:cNvCxnSpPr>
          <p:nvPr/>
        </p:nvCxnSpPr>
        <p:spPr>
          <a:xfrm xmlns:a="http://schemas.openxmlformats.org/drawingml/2006/main" flipH="1" flipV="0">
            <a:off x="7005348" y="8397436"/>
            <a:ext cx="460287" cy="1270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9234">
            <a:gradFill rotWithShape="1">
              <a:gsLst>
                <a:gs pos="0">
                  <a:srgbClr val="2BA36F"/>
                </a:gs>
                <a:gs pos="100000">
                  <a:srgbClr val="2FA07A"/>
                </a:gs>
              </a:gsLst>
              <a:lin ang="10800000" scaled="0"/>
            </a:gradFill>
          </a:ln>
        </p:spPr>
      </p:cxnSp>
      <p:sp>
        <p:nvSpPr>
          <p:cNvPr id="241" name="shared-7d801ca99e2bbf4a739c749d-joint-3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90371" y="8419255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242" name="shared-7d801ca99e2bbf4a739c749d-edge-33"/>
          <p:cNvCxnSpPr>
            <a:stCxn xmlns:a="http://schemas.openxmlformats.org/drawingml/2006/main" id="239" idx="4"/>
            <a:endCxn xmlns:a="http://schemas.openxmlformats.org/drawingml/2006/main" id="241" idx="4"/>
          </p:cNvCxnSpPr>
          <p:nvPr/>
        </p:nvCxnSpPr>
        <p:spPr>
          <a:xfrm xmlns:a="http://schemas.openxmlformats.org/drawingml/2006/main" flipH="1" flipV="0">
            <a:off x="6691006" y="8397436"/>
            <a:ext cx="314343" cy="22453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9234">
            <a:gradFill rotWithShape="1">
              <a:gsLst>
                <a:gs pos="0">
                  <a:srgbClr val="2FA07A"/>
                </a:gs>
                <a:gs pos="100000">
                  <a:srgbClr val="329E82"/>
                </a:gs>
              </a:gsLst>
              <a:lin ang="10554863" scaled="0"/>
            </a:gradFill>
          </a:ln>
        </p:spPr>
      </p:cxnSp>
      <p:sp>
        <p:nvSpPr>
          <p:cNvPr id="243" name="shared-7d801ca99e2bbf4a739c749d-joint-3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90371" y="8441708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244" name="shared-7d801ca99e2bbf4a739c749d-edge-34"/>
          <p:cNvCxnSpPr>
            <a:stCxn xmlns:a="http://schemas.openxmlformats.org/drawingml/2006/main" id="241" idx="4"/>
            <a:endCxn xmlns:a="http://schemas.openxmlformats.org/drawingml/2006/main" id="243" idx="4"/>
          </p:cNvCxnSpPr>
          <p:nvPr/>
        </p:nvCxnSpPr>
        <p:spPr>
          <a:xfrm xmlns:a="http://schemas.openxmlformats.org/drawingml/2006/main" flipH="0" flipV="0">
            <a:off x="6691006" y="8419890"/>
            <a:ext cx="1270" cy="22453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9234">
            <a:gradFill rotWithShape="1">
              <a:gsLst>
                <a:gs pos="0">
                  <a:srgbClr val="329E82"/>
                </a:gs>
                <a:gs pos="100000">
                  <a:srgbClr val="329D83"/>
                </a:gs>
              </a:gsLst>
              <a:lin ang="5400000" scaled="0"/>
            </a:gradFill>
          </a:ln>
        </p:spPr>
      </p:cxnSp>
      <p:sp>
        <p:nvSpPr>
          <p:cNvPr id="245" name="shared-7d801ca99e2bbf4a739c749d-joint-3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00558" y="8553973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246" name="shared-7d801ca99e2bbf4a739c749d-edge-35"/>
          <p:cNvCxnSpPr>
            <a:stCxn xmlns:a="http://schemas.openxmlformats.org/drawingml/2006/main" id="243" idx="4"/>
            <a:endCxn xmlns:a="http://schemas.openxmlformats.org/drawingml/2006/main" id="245" idx="4"/>
          </p:cNvCxnSpPr>
          <p:nvPr/>
        </p:nvCxnSpPr>
        <p:spPr>
          <a:xfrm xmlns:a="http://schemas.openxmlformats.org/drawingml/2006/main" flipH="1" flipV="0">
            <a:off x="6601193" y="8442343"/>
            <a:ext cx="89812" cy="112265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9234">
            <a:gradFill rotWithShape="1">
              <a:gsLst>
                <a:gs pos="0">
                  <a:srgbClr val="329D83"/>
                </a:gs>
                <a:gs pos="100000">
                  <a:srgbClr val="349C87"/>
                </a:gs>
              </a:gsLst>
              <a:lin ang="7719588" scaled="0"/>
            </a:gradFill>
          </a:ln>
        </p:spPr>
      </p:cxnSp>
      <p:cxnSp>
        <p:nvCxnSpPr>
          <p:cNvPr id="247" name="shared-7d801ca99e2bbf4a739c749d-edge-36"/>
          <p:cNvCxnSpPr>
            <a:stCxn xmlns:a="http://schemas.openxmlformats.org/drawingml/2006/main" id="245" idx="4"/>
            <a:endCxn xmlns:a="http://schemas.openxmlformats.org/drawingml/2006/main" id="231" idx="4"/>
          </p:cNvCxnSpPr>
          <p:nvPr/>
        </p:nvCxnSpPr>
        <p:spPr>
          <a:xfrm xmlns:a="http://schemas.openxmlformats.org/drawingml/2006/main" flipH="1" flipV="0">
            <a:off x="6578740" y="8554608"/>
            <a:ext cx="22453" cy="1270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9234">
            <a:gradFill rotWithShape="1">
              <a:gsLst>
                <a:gs pos="0">
                  <a:srgbClr val="349C87"/>
                </a:gs>
                <a:gs pos="100000">
                  <a:srgbClr val="349C88"/>
                </a:gs>
              </a:gsLst>
              <a:lin ang="10800000" scaled="0"/>
            </a:gradFill>
          </a:ln>
        </p:spPr>
      </p:cxnSp>
      <p:sp>
        <p:nvSpPr>
          <p:cNvPr id="248" name="shared-7d801ca99e2bbf4a739c749d-joint-3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00757" y="8374348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249" name="shared-7d801ca99e2bbf4a739c749d-edge-37"/>
          <p:cNvCxnSpPr>
            <a:stCxn xmlns:a="http://schemas.openxmlformats.org/drawingml/2006/main" id="180" idx="4"/>
            <a:endCxn xmlns:a="http://schemas.openxmlformats.org/drawingml/2006/main" id="248" idx="4"/>
          </p:cNvCxnSpPr>
          <p:nvPr/>
        </p:nvCxnSpPr>
        <p:spPr>
          <a:xfrm xmlns:a="http://schemas.openxmlformats.org/drawingml/2006/main" flipH="0" flipV="0">
            <a:off x="7611580" y="8285171"/>
            <a:ext cx="89812" cy="89812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5195">
            <a:gradFill rotWithShape="1">
              <a:gsLst>
                <a:gs pos="0">
                  <a:srgbClr val="39A85D"/>
                </a:gs>
                <a:gs pos="100000">
                  <a:srgbClr val="389E7F"/>
                </a:gs>
              </a:gsLst>
              <a:lin ang="2700000" scaled="0"/>
            </a:gradFill>
          </a:ln>
        </p:spPr>
      </p:cxnSp>
      <p:sp>
        <p:nvSpPr>
          <p:cNvPr id="250" name="shared-7d801ca99e2bbf4a739c749d-joint-3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45663" y="8396801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251" name="shared-7d801ca99e2bbf4a739c749d-edge-38"/>
          <p:cNvCxnSpPr>
            <a:stCxn xmlns:a="http://schemas.openxmlformats.org/drawingml/2006/main" id="248" idx="4"/>
            <a:endCxn xmlns:a="http://schemas.openxmlformats.org/drawingml/2006/main" id="250" idx="4"/>
          </p:cNvCxnSpPr>
          <p:nvPr/>
        </p:nvCxnSpPr>
        <p:spPr>
          <a:xfrm xmlns:a="http://schemas.openxmlformats.org/drawingml/2006/main" flipH="0" flipV="0">
            <a:off x="7701392" y="8374983"/>
            <a:ext cx="44906" cy="22453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5195">
            <a:gradFill rotWithShape="1">
              <a:gsLst>
                <a:gs pos="0">
                  <a:srgbClr val="389E7F"/>
                </a:gs>
                <a:gs pos="100000">
                  <a:srgbClr val="389A8D"/>
                </a:gs>
              </a:gsLst>
              <a:lin ang="1593903" scaled="0"/>
            </a:gradFill>
          </a:ln>
        </p:spPr>
      </p:cxnSp>
      <p:sp>
        <p:nvSpPr>
          <p:cNvPr id="252" name="shared-7d801ca99e2bbf4a739c749d-joint-4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14260" y="8396801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253" name="shared-7d801ca99e2bbf4a739c749d-edge-39"/>
          <p:cNvCxnSpPr>
            <a:stCxn xmlns:a="http://schemas.openxmlformats.org/drawingml/2006/main" id="250" idx="4"/>
            <a:endCxn xmlns:a="http://schemas.openxmlformats.org/drawingml/2006/main" id="252" idx="4"/>
          </p:cNvCxnSpPr>
          <p:nvPr/>
        </p:nvCxnSpPr>
        <p:spPr>
          <a:xfrm xmlns:a="http://schemas.openxmlformats.org/drawingml/2006/main" flipH="0" flipV="0">
            <a:off x="7746298" y="8397436"/>
            <a:ext cx="1268597" cy="1270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5195">
            <a:gradFill rotWithShape="1">
              <a:gsLst>
                <a:gs pos="0">
                  <a:srgbClr val="389A8D"/>
                </a:gs>
                <a:gs pos="19888">
                  <a:srgbClr val="3789C7"/>
                </a:gs>
                <a:gs pos="56439">
                  <a:srgbClr val="3590C3"/>
                </a:gs>
                <a:gs pos="92990">
                  <a:srgbClr val="338CC4"/>
                </a:gs>
                <a:gs pos="100000">
                  <a:srgbClr val="2E89C2"/>
                </a:gs>
              </a:gsLst>
              <a:lin ang="0" scaled="0"/>
            </a:gradFill>
          </a:ln>
        </p:spPr>
      </p:cxnSp>
      <p:sp>
        <p:nvSpPr>
          <p:cNvPr id="254" name="shared-7d801ca99e2bbf4a739c749d-joint-4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15299" y="8441708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255" name="shared-7d801ca99e2bbf4a739c749d-edge-40"/>
          <p:cNvCxnSpPr>
            <a:stCxn xmlns:a="http://schemas.openxmlformats.org/drawingml/2006/main" id="252" idx="4"/>
            <a:endCxn xmlns:a="http://schemas.openxmlformats.org/drawingml/2006/main" id="254" idx="4"/>
          </p:cNvCxnSpPr>
          <p:nvPr/>
        </p:nvCxnSpPr>
        <p:spPr>
          <a:xfrm xmlns:a="http://schemas.openxmlformats.org/drawingml/2006/main" flipH="0" flipV="0">
            <a:off x="9014895" y="8397436"/>
            <a:ext cx="101039" cy="44906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5195">
            <a:gradFill rotWithShape="1">
              <a:gsLst>
                <a:gs pos="0">
                  <a:srgbClr val="2E89C2"/>
                </a:gs>
                <a:gs pos="100000">
                  <a:srgbClr val="2986BF"/>
                </a:gs>
              </a:gsLst>
              <a:lin ang="1437749" scaled="0"/>
            </a:gradFill>
          </a:ln>
        </p:spPr>
      </p:cxnSp>
      <p:sp>
        <p:nvSpPr>
          <p:cNvPr id="256" name="shared-7d801ca99e2bbf4a739c749d-joint-4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71431" y="8520293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257" name="shared-7d801ca99e2bbf4a739c749d-edge-41"/>
          <p:cNvCxnSpPr>
            <a:stCxn xmlns:a="http://schemas.openxmlformats.org/drawingml/2006/main" id="254" idx="4"/>
            <a:endCxn xmlns:a="http://schemas.openxmlformats.org/drawingml/2006/main" id="256" idx="4"/>
          </p:cNvCxnSpPr>
          <p:nvPr/>
        </p:nvCxnSpPr>
        <p:spPr>
          <a:xfrm xmlns:a="http://schemas.openxmlformats.org/drawingml/2006/main" flipH="0" flipV="0">
            <a:off x="9115934" y="8442343"/>
            <a:ext cx="56133" cy="78586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5195">
            <a:gradFill rotWithShape="1">
              <a:gsLst>
                <a:gs pos="0">
                  <a:srgbClr val="2986BF"/>
                </a:gs>
                <a:gs pos="100000">
                  <a:srgbClr val="2282BC"/>
                </a:gs>
              </a:gsLst>
              <a:lin ang="3267739" scaled="0"/>
            </a:gradFill>
          </a:ln>
        </p:spPr>
      </p:cxnSp>
      <p:sp>
        <p:nvSpPr>
          <p:cNvPr id="258" name="shared-7d801ca99e2bbf4a739c749d-joint-4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93884" y="8610105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259" name="shared-7d801ca99e2bbf4a739c749d-edge-42"/>
          <p:cNvCxnSpPr>
            <a:stCxn xmlns:a="http://schemas.openxmlformats.org/drawingml/2006/main" id="256" idx="4"/>
            <a:endCxn xmlns:a="http://schemas.openxmlformats.org/drawingml/2006/main" id="258" idx="4"/>
          </p:cNvCxnSpPr>
          <p:nvPr/>
        </p:nvCxnSpPr>
        <p:spPr>
          <a:xfrm xmlns:a="http://schemas.openxmlformats.org/drawingml/2006/main" flipH="0" flipV="0">
            <a:off x="9172066" y="8520928"/>
            <a:ext cx="22453" cy="89812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5195">
            <a:gradFill rotWithShape="1">
              <a:gsLst>
                <a:gs pos="0">
                  <a:srgbClr val="2282BC"/>
                </a:gs>
                <a:gs pos="100000">
                  <a:srgbClr val="1E80BA"/>
                </a:gs>
              </a:gsLst>
              <a:lin ang="4557825" scaled="0"/>
            </a:gradFill>
          </a:ln>
        </p:spPr>
      </p:cxnSp>
      <p:sp>
        <p:nvSpPr>
          <p:cNvPr id="260" name="shared-7d801ca99e2bbf4a739c749d-joint-4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93884" y="8823409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261" name="shared-7d801ca99e2bbf4a739c749d-edge-43"/>
          <p:cNvCxnSpPr>
            <a:stCxn xmlns:a="http://schemas.openxmlformats.org/drawingml/2006/main" id="258" idx="4"/>
            <a:endCxn xmlns:a="http://schemas.openxmlformats.org/drawingml/2006/main" id="260" idx="4"/>
          </p:cNvCxnSpPr>
          <p:nvPr/>
        </p:nvCxnSpPr>
        <p:spPr>
          <a:xfrm xmlns:a="http://schemas.openxmlformats.org/drawingml/2006/main" flipH="0" flipV="0">
            <a:off x="9194519" y="8610740"/>
            <a:ext cx="1270" cy="213304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5195">
            <a:gradFill rotWithShape="1">
              <a:gsLst>
                <a:gs pos="0">
                  <a:srgbClr val="1E80BA"/>
                </a:gs>
                <a:gs pos="36601">
                  <a:srgbClr val="1A7EB8"/>
                </a:gs>
                <a:gs pos="100000">
                  <a:srgbClr val="197CC0"/>
                </a:gs>
              </a:gsLst>
              <a:lin ang="5400000" scaled="0"/>
            </a:gradFill>
          </a:ln>
        </p:spPr>
      </p:cxnSp>
      <p:cxnSp>
        <p:nvCxnSpPr>
          <p:cNvPr id="262" name="shared-7d801ca99e2bbf4a739c749d-edge-44"/>
          <p:cNvCxnSpPr>
            <a:stCxn xmlns:a="http://schemas.openxmlformats.org/drawingml/2006/main" id="260" idx="4"/>
          </p:cNvCxnSpPr>
          <p:nvPr/>
        </p:nvCxnSpPr>
        <p:spPr>
          <a:xfrm xmlns:a="http://schemas.openxmlformats.org/drawingml/2006/main" flipH="0" flipV="0">
            <a:off x="9194519" y="8824044"/>
            <a:ext cx="1270" cy="314343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5195">
            <a:gradFill rotWithShape="1">
              <a:gsLst>
                <a:gs pos="0">
                  <a:srgbClr val="197CC0"/>
                </a:gs>
                <a:gs pos="100000">
                  <a:srgbClr val="1778D4"/>
                </a:gs>
              </a:gsLst>
              <a:lin ang="5400000" scaled="0"/>
            </a:gradFill>
            <a:tailEnd type="triangle" w="lg" len="lg"/>
          </a:ln>
        </p:spPr>
      </p:cxnSp>
      <p:sp>
        <p:nvSpPr>
          <p:cNvPr id="263" name="shared-7d801ca99e2bbf4a739c749d-joint-4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29685" y="8576426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264" name="shared-7d801ca99e2bbf4a739c749d-edge-45"/>
          <p:cNvCxnSpPr>
            <a:stCxn xmlns:a="http://schemas.openxmlformats.org/drawingml/2006/main" id="198" idx="4"/>
            <a:endCxn xmlns:a="http://schemas.openxmlformats.org/drawingml/2006/main" id="263" idx="4"/>
          </p:cNvCxnSpPr>
          <p:nvPr/>
        </p:nvCxnSpPr>
        <p:spPr>
          <a:xfrm xmlns:a="http://schemas.openxmlformats.org/drawingml/2006/main" flipH="1" flipV="0">
            <a:off x="4030320" y="8554608"/>
            <a:ext cx="11227" cy="22453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8306">
            <a:gradFill rotWithShape="1">
              <a:gsLst>
                <a:gs pos="0">
                  <a:srgbClr val="149C78"/>
                </a:gs>
                <a:gs pos="100000">
                  <a:srgbClr val="149B81"/>
                </a:gs>
              </a:gsLst>
              <a:lin ang="6993903" scaled="0"/>
            </a:gradFill>
          </a:ln>
        </p:spPr>
      </p:cxnSp>
      <p:sp>
        <p:nvSpPr>
          <p:cNvPr id="265" name="shared-7d801ca99e2bbf4a739c749d-joint-4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40912" y="8598879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266" name="shared-7d801ca99e2bbf4a739c749d-edge-46"/>
          <p:cNvCxnSpPr>
            <a:stCxn xmlns:a="http://schemas.openxmlformats.org/drawingml/2006/main" id="263" idx="4"/>
            <a:endCxn xmlns:a="http://schemas.openxmlformats.org/drawingml/2006/main" id="265" idx="4"/>
          </p:cNvCxnSpPr>
          <p:nvPr/>
        </p:nvCxnSpPr>
        <p:spPr>
          <a:xfrm xmlns:a="http://schemas.openxmlformats.org/drawingml/2006/main" flipH="0" flipV="0">
            <a:off x="4030320" y="8577061"/>
            <a:ext cx="11227" cy="22453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8306">
            <a:gradFill rotWithShape="1">
              <a:gsLst>
                <a:gs pos="0">
                  <a:srgbClr val="149B81"/>
                </a:gs>
                <a:gs pos="100000">
                  <a:srgbClr val="149A86"/>
                </a:gs>
              </a:gsLst>
              <a:lin ang="3806097" scaled="0"/>
            </a:gradFill>
          </a:ln>
        </p:spPr>
      </p:cxnSp>
      <p:sp>
        <p:nvSpPr>
          <p:cNvPr id="267" name="shared-7d801ca99e2bbf4a739c749d-joint-4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40912" y="8823409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268" name="shared-7d801ca99e2bbf4a739c749d-edge-47"/>
          <p:cNvCxnSpPr>
            <a:stCxn xmlns:a="http://schemas.openxmlformats.org/drawingml/2006/main" id="265" idx="4"/>
            <a:endCxn xmlns:a="http://schemas.openxmlformats.org/drawingml/2006/main" id="267" idx="4"/>
          </p:cNvCxnSpPr>
          <p:nvPr/>
        </p:nvCxnSpPr>
        <p:spPr>
          <a:xfrm xmlns:a="http://schemas.openxmlformats.org/drawingml/2006/main" flipH="0" flipV="0">
            <a:off x="4041547" y="8599514"/>
            <a:ext cx="1270" cy="224530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8306">
            <a:gradFill rotWithShape="1">
              <a:gsLst>
                <a:gs pos="0">
                  <a:srgbClr val="149A86"/>
                </a:gs>
                <a:gs pos="51600">
                  <a:srgbClr val="1594B3"/>
                </a:gs>
                <a:gs pos="100000">
                  <a:srgbClr val="2692B7"/>
                </a:gs>
              </a:gsLst>
              <a:lin ang="5400000" scaled="0"/>
            </a:gradFill>
          </a:ln>
        </p:spPr>
      </p:cxnSp>
      <p:cxnSp>
        <p:nvCxnSpPr>
          <p:cNvPr id="269" name="shared-7d801ca99e2bbf4a739c749d-edge-48"/>
          <p:cNvCxnSpPr>
            <a:stCxn xmlns:a="http://schemas.openxmlformats.org/drawingml/2006/main" id="267" idx="4"/>
          </p:cNvCxnSpPr>
          <p:nvPr/>
        </p:nvCxnSpPr>
        <p:spPr>
          <a:xfrm xmlns:a="http://schemas.openxmlformats.org/drawingml/2006/main" flipH="0" flipV="0">
            <a:off x="4041547" y="8824044"/>
            <a:ext cx="1270" cy="314343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8306">
            <a:gradFill rotWithShape="1">
              <a:gsLst>
                <a:gs pos="0">
                  <a:srgbClr val="2692B7"/>
                </a:gs>
                <a:gs pos="12211">
                  <a:srgbClr val="2C91B9"/>
                </a:gs>
                <a:gs pos="56105">
                  <a:srgbClr val="0C96BA"/>
                </a:gs>
                <a:gs pos="100000">
                  <a:srgbClr val="228FAF"/>
                </a:gs>
              </a:gsLst>
              <a:lin ang="5400000" scaled="0"/>
            </a:gradFill>
            <a:tailEnd type="triangle" w="lg" len="lg"/>
          </a:ln>
        </p:spPr>
      </p:cxnSp>
      <p:sp>
        <p:nvSpPr>
          <p:cNvPr id="270" name="shared-7d801ca99e2bbf4a739c749d-joint-5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78105" y="8834636"/>
            <a:ext cx="1270" cy="1270"/>
          </a:xfrm>
          <a:custGeom xmlns:a="http://schemas.openxmlformats.org/drawingml/2006/main">
            <a:avLst/>
            <a:gdLst/>
            <a:ahLst/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  <a:cxn ang="16200000">
                <a:pos x="hc" y="vc"/>
              </a:cxn>
            </a:cxnLst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271" name="shared-7d801ca99e2bbf4a739c749d-edge-49"/>
          <p:cNvCxnSpPr>
            <a:stCxn xmlns:a="http://schemas.openxmlformats.org/drawingml/2006/main" id="231" idx="4"/>
            <a:endCxn xmlns:a="http://schemas.openxmlformats.org/drawingml/2006/main" id="270" idx="4"/>
          </p:cNvCxnSpPr>
          <p:nvPr/>
        </p:nvCxnSpPr>
        <p:spPr>
          <a:xfrm xmlns:a="http://schemas.openxmlformats.org/drawingml/2006/main" flipH="0" flipV="0">
            <a:off x="6578740" y="8554608"/>
            <a:ext cx="1270" cy="280663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9460">
            <a:gradFill rotWithShape="1">
              <a:gsLst>
                <a:gs pos="0">
                  <a:srgbClr val="1778B2"/>
                </a:gs>
                <a:gs pos="40233">
                  <a:srgbClr val="1B90B7"/>
                </a:gs>
                <a:gs pos="80466">
                  <a:srgbClr val="268DC0"/>
                </a:gs>
                <a:gs pos="100000">
                  <a:srgbClr val="2588C6"/>
                </a:gs>
              </a:gsLst>
              <a:lin ang="5400000" scaled="0"/>
            </a:gradFill>
          </a:ln>
        </p:spPr>
      </p:cxnSp>
      <p:cxnSp>
        <p:nvCxnSpPr>
          <p:cNvPr id="272" name="shared-7d801ca99e2bbf4a739c749d-edge-50"/>
          <p:cNvCxnSpPr>
            <a:stCxn xmlns:a="http://schemas.openxmlformats.org/drawingml/2006/main" id="270" idx="4"/>
          </p:cNvCxnSpPr>
          <p:nvPr/>
        </p:nvCxnSpPr>
        <p:spPr>
          <a:xfrm xmlns:a="http://schemas.openxmlformats.org/drawingml/2006/main" flipH="0" flipV="0">
            <a:off x="6578740" y="8835271"/>
            <a:ext cx="11227" cy="314343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9460">
            <a:gradFill rotWithShape="1">
              <a:gsLst>
                <a:gs pos="0">
                  <a:srgbClr val="2588C6"/>
                </a:gs>
                <a:gs pos="20461">
                  <a:srgbClr val="2383CC"/>
                </a:gs>
                <a:gs pos="60230">
                  <a:srgbClr val="0285E8"/>
                </a:gs>
                <a:gs pos="100000">
                  <a:srgbClr val="3B87B6"/>
                </a:gs>
              </a:gsLst>
              <a:lin ang="5277275" scaled="0"/>
            </a:gradFill>
            <a:tailEnd type="triangle" w="lg" len="lg"/>
          </a:ln>
        </p:spPr>
      </p:cxnSp>
      <p:sp>
        <p:nvSpPr>
          <p:cNvPr id="273" name="scene-relation-n201-joint-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5365" y="5848382"/>
            <a:ext cx="1270" cy="1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74" name="scene-relation-n201-joint-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84138" y="5938194"/>
            <a:ext cx="1270" cy="1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75" name="scene-relation-n201-joint-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28006" y="6028006"/>
            <a:ext cx="1270" cy="1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76" name="scene-relation-n201-joint-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26967" y="6084138"/>
            <a:ext cx="1270" cy="1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77" name="scene-relation-n201-joint-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82061" y="6072912"/>
            <a:ext cx="1270" cy="1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78" name="scene-relation-n201-joint-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70835" y="6084138"/>
            <a:ext cx="1270" cy="1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79" name="scene-relation-n201-joint-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25929" y="6084138"/>
            <a:ext cx="1270" cy="1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80" name="scene-relation-n201-joint-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91210" y="6095365"/>
            <a:ext cx="1270" cy="1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81" name="scene-relation-n201-joint-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01398" y="6173951"/>
            <a:ext cx="1270" cy="1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82" name="scene-relation-n201-joint-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67719" y="6297442"/>
            <a:ext cx="1270" cy="1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83" name="scene-relation-n201-joint-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67719" y="6701597"/>
            <a:ext cx="1270" cy="1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84" name="scene-relation-n201-joint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56492" y="6746503"/>
            <a:ext cx="1270" cy="1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85" name="scene-relation-n201-joint-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67719" y="6768956"/>
            <a:ext cx="1270" cy="1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86" name="scene-relation-n201-joint-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56492" y="6813862"/>
            <a:ext cx="1270" cy="1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287" name="scene-relation-n201"/>
          <p:cNvCxnSpPr>
            <a:stCxn xmlns:a="http://schemas.openxmlformats.org/drawingml/2006/main" id="65" idx="1"/>
            <a:endCxn xmlns:a="http://schemas.openxmlformats.org/drawingml/2006/main" id="273" idx="1"/>
          </p:cNvCxnSpPr>
          <p:nvPr/>
        </p:nvCxnSpPr>
        <p:spPr>
          <a:xfrm xmlns:a="http://schemas.openxmlformats.org/drawingml/2006/main" flipH="1" flipV="0">
            <a:off x="6095365" y="5732400"/>
            <a:ext cx="1270" cy="116617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56133">
            <a:gradFill rotWithShape="1">
              <a:gsLst>
                <a:gs pos="0">
                  <a:srgbClr val="C44E2A"/>
                </a:gs>
                <a:gs pos="100000">
                  <a:srgbClr val="C34C2A"/>
                </a:gs>
              </a:gsLst>
              <a:lin ang="5400000" scaled="0"/>
            </a:gradFill>
          </a:ln>
        </p:spPr>
      </p:cxnSp>
      <p:cxnSp>
        <p:nvCxnSpPr>
          <p:cNvPr id="288" name="scene-relation-n201-segment-2"/>
          <p:cNvCxnSpPr>
            <a:stCxn xmlns:a="http://schemas.openxmlformats.org/drawingml/2006/main" id="273" idx="3"/>
            <a:endCxn xmlns:a="http://schemas.openxmlformats.org/drawingml/2006/main" id="274" idx="1"/>
          </p:cNvCxnSpPr>
          <p:nvPr/>
        </p:nvCxnSpPr>
        <p:spPr>
          <a:xfrm xmlns:a="http://schemas.openxmlformats.org/drawingml/2006/main" flipH="1" flipV="0">
            <a:off x="6084138" y="5849017"/>
            <a:ext cx="12497" cy="89812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56133">
            <a:gradFill rotWithShape="1">
              <a:gsLst>
                <a:gs pos="0">
                  <a:srgbClr val="C34C2A"/>
                </a:gs>
                <a:gs pos="100000">
                  <a:srgbClr val="C24A29"/>
                </a:gs>
              </a:gsLst>
              <a:lin ang="5827501" scaled="0"/>
            </a:gradFill>
          </a:ln>
        </p:spPr>
      </p:cxnSp>
      <p:cxnSp>
        <p:nvCxnSpPr>
          <p:cNvPr id="289" name="scene-relation-n201-segment-3"/>
          <p:cNvCxnSpPr>
            <a:stCxn xmlns:a="http://schemas.openxmlformats.org/drawingml/2006/main" id="274" idx="3"/>
            <a:endCxn xmlns:a="http://schemas.openxmlformats.org/drawingml/2006/main" id="275" idx="1"/>
          </p:cNvCxnSpPr>
          <p:nvPr/>
        </p:nvCxnSpPr>
        <p:spPr>
          <a:xfrm xmlns:a="http://schemas.openxmlformats.org/drawingml/2006/main" flipH="1" flipV="0">
            <a:off x="6028006" y="5938829"/>
            <a:ext cx="57403" cy="89812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56133">
            <a:gradFill rotWithShape="1">
              <a:gsLst>
                <a:gs pos="0">
                  <a:srgbClr val="C24A29"/>
                </a:gs>
                <a:gs pos="100000">
                  <a:srgbClr val="C24929"/>
                </a:gs>
              </a:gsLst>
              <a:lin ang="7320323" scaled="0"/>
            </a:gradFill>
          </a:ln>
        </p:spPr>
      </p:cxnSp>
      <p:cxnSp>
        <p:nvCxnSpPr>
          <p:cNvPr id="290" name="scene-relation-n201-segment-4"/>
          <p:cNvCxnSpPr>
            <a:stCxn xmlns:a="http://schemas.openxmlformats.org/drawingml/2006/main" id="275" idx="3"/>
            <a:endCxn xmlns:a="http://schemas.openxmlformats.org/drawingml/2006/main" id="276" idx="1"/>
          </p:cNvCxnSpPr>
          <p:nvPr/>
        </p:nvCxnSpPr>
        <p:spPr>
          <a:xfrm xmlns:a="http://schemas.openxmlformats.org/drawingml/2006/main" flipH="1" flipV="0">
            <a:off x="5926967" y="6028641"/>
            <a:ext cx="102309" cy="56133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56133">
            <a:gradFill rotWithShape="1">
              <a:gsLst>
                <a:gs pos="0">
                  <a:srgbClr val="C24929"/>
                </a:gs>
                <a:gs pos="100000">
                  <a:srgbClr val="C14628"/>
                </a:gs>
              </a:gsLst>
              <a:lin ang="9056724" scaled="0"/>
            </a:gradFill>
          </a:ln>
        </p:spPr>
      </p:cxnSp>
      <p:cxnSp>
        <p:nvCxnSpPr>
          <p:cNvPr id="291" name="scene-relation-n201-segment-5"/>
          <p:cNvCxnSpPr>
            <a:stCxn xmlns:a="http://schemas.openxmlformats.org/drawingml/2006/main" id="276" idx="3"/>
            <a:endCxn xmlns:a="http://schemas.openxmlformats.org/drawingml/2006/main" id="277" idx="1"/>
          </p:cNvCxnSpPr>
          <p:nvPr/>
        </p:nvCxnSpPr>
        <p:spPr>
          <a:xfrm xmlns:a="http://schemas.openxmlformats.org/drawingml/2006/main" flipH="1" flipV="1">
            <a:off x="5882061" y="6073547"/>
            <a:ext cx="46176" cy="11227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56133">
            <a:gradFill rotWithShape="1">
              <a:gsLst>
                <a:gs pos="0">
                  <a:srgbClr val="C14628"/>
                </a:gs>
                <a:gs pos="100000">
                  <a:srgbClr val="C04628"/>
                </a:gs>
              </a:gsLst>
              <a:lin ang="11642175" scaled="0"/>
            </a:gradFill>
          </a:ln>
        </p:spPr>
      </p:cxnSp>
      <p:cxnSp>
        <p:nvCxnSpPr>
          <p:cNvPr id="292" name="scene-relation-n201-segment-6"/>
          <p:cNvCxnSpPr>
            <a:stCxn xmlns:a="http://schemas.openxmlformats.org/drawingml/2006/main" id="277" idx="3"/>
            <a:endCxn xmlns:a="http://schemas.openxmlformats.org/drawingml/2006/main" id="278" idx="1"/>
          </p:cNvCxnSpPr>
          <p:nvPr/>
        </p:nvCxnSpPr>
        <p:spPr>
          <a:xfrm xmlns:a="http://schemas.openxmlformats.org/drawingml/2006/main" flipH="1" flipV="0">
            <a:off x="5870835" y="6073547"/>
            <a:ext cx="12497" cy="11227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56133">
            <a:gradFill rotWithShape="1">
              <a:gsLst>
                <a:gs pos="0">
                  <a:srgbClr val="C04628"/>
                </a:gs>
                <a:gs pos="100000">
                  <a:srgbClr val="C04528"/>
                </a:gs>
              </a:gsLst>
              <a:lin ang="8100000" scaled="0"/>
            </a:gradFill>
          </a:ln>
        </p:spPr>
      </p:cxnSp>
      <p:cxnSp>
        <p:nvCxnSpPr>
          <p:cNvPr id="293" name="scene-relation-n201-segment-7"/>
          <p:cNvCxnSpPr>
            <a:stCxn xmlns:a="http://schemas.openxmlformats.org/drawingml/2006/main" id="278" idx="3"/>
            <a:endCxn xmlns:a="http://schemas.openxmlformats.org/drawingml/2006/main" id="279" idx="1"/>
          </p:cNvCxnSpPr>
          <p:nvPr/>
        </p:nvCxnSpPr>
        <p:spPr>
          <a:xfrm xmlns:a="http://schemas.openxmlformats.org/drawingml/2006/main" flipH="1" flipV="0">
            <a:off x="5825929" y="6084773"/>
            <a:ext cx="46176" cy="1270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56133">
            <a:gradFill rotWithShape="1">
              <a:gsLst>
                <a:gs pos="0">
                  <a:srgbClr val="C04528"/>
                </a:gs>
                <a:gs pos="100000">
                  <a:srgbClr val="C04528"/>
                </a:gs>
              </a:gsLst>
              <a:lin ang="10800000" scaled="0"/>
            </a:gradFill>
          </a:ln>
        </p:spPr>
      </p:cxnSp>
      <p:cxnSp>
        <p:nvCxnSpPr>
          <p:cNvPr id="294" name="scene-relation-n201-segment-8"/>
          <p:cNvCxnSpPr>
            <a:stCxn xmlns:a="http://schemas.openxmlformats.org/drawingml/2006/main" id="279" idx="3"/>
            <a:endCxn xmlns:a="http://schemas.openxmlformats.org/drawingml/2006/main" id="280" idx="1"/>
          </p:cNvCxnSpPr>
          <p:nvPr/>
        </p:nvCxnSpPr>
        <p:spPr>
          <a:xfrm xmlns:a="http://schemas.openxmlformats.org/drawingml/2006/main" flipH="1" flipV="0">
            <a:off x="5691210" y="6084773"/>
            <a:ext cx="135988" cy="11227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56133">
            <a:gradFill rotWithShape="1">
              <a:gsLst>
                <a:gs pos="0">
                  <a:srgbClr val="C04528"/>
                </a:gs>
                <a:gs pos="100000">
                  <a:srgbClr val="BF4227"/>
                </a:gs>
              </a:gsLst>
              <a:lin ang="10514181" scaled="0"/>
            </a:gradFill>
          </a:ln>
        </p:spPr>
      </p:cxnSp>
      <p:cxnSp>
        <p:nvCxnSpPr>
          <p:cNvPr id="295" name="scene-relation-n201-segment-9"/>
          <p:cNvCxnSpPr>
            <a:stCxn xmlns:a="http://schemas.openxmlformats.org/drawingml/2006/main" id="280" idx="3"/>
            <a:endCxn xmlns:a="http://schemas.openxmlformats.org/drawingml/2006/main" id="281" idx="1"/>
          </p:cNvCxnSpPr>
          <p:nvPr/>
        </p:nvCxnSpPr>
        <p:spPr>
          <a:xfrm xmlns:a="http://schemas.openxmlformats.org/drawingml/2006/main" flipH="1" flipV="0">
            <a:off x="5601398" y="6096000"/>
            <a:ext cx="91082" cy="78586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56133">
            <a:gradFill rotWithShape="1">
              <a:gsLst>
                <a:gs pos="0">
                  <a:srgbClr val="BF4227"/>
                </a:gs>
                <a:gs pos="100000">
                  <a:srgbClr val="BE4027"/>
                </a:gs>
              </a:gsLst>
              <a:lin ang="8328844" scaled="0"/>
            </a:gradFill>
          </a:ln>
        </p:spPr>
      </p:cxnSp>
      <p:cxnSp>
        <p:nvCxnSpPr>
          <p:cNvPr id="296" name="scene-relation-n201-segment-10"/>
          <p:cNvCxnSpPr>
            <a:stCxn xmlns:a="http://schemas.openxmlformats.org/drawingml/2006/main" id="281" idx="3"/>
            <a:endCxn xmlns:a="http://schemas.openxmlformats.org/drawingml/2006/main" id="282" idx="1"/>
          </p:cNvCxnSpPr>
          <p:nvPr/>
        </p:nvCxnSpPr>
        <p:spPr>
          <a:xfrm xmlns:a="http://schemas.openxmlformats.org/drawingml/2006/main" flipH="1" flipV="0">
            <a:off x="5567719" y="6174586"/>
            <a:ext cx="34950" cy="123492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56133">
            <a:gradFill rotWithShape="1">
              <a:gsLst>
                <a:gs pos="0">
                  <a:srgbClr val="BE4027"/>
                </a:gs>
                <a:gs pos="100000">
                  <a:srgbClr val="BD3E26"/>
                </a:gs>
              </a:gsLst>
              <a:lin ang="6315307" scaled="0"/>
            </a:gradFill>
          </a:ln>
        </p:spPr>
      </p:cxnSp>
      <p:cxnSp>
        <p:nvCxnSpPr>
          <p:cNvPr id="297" name="scene-relation-n201-segment-11"/>
          <p:cNvCxnSpPr>
            <a:stCxn xmlns:a="http://schemas.openxmlformats.org/drawingml/2006/main" id="282" idx="3"/>
            <a:endCxn xmlns:a="http://schemas.openxmlformats.org/drawingml/2006/main" id="283" idx="1"/>
          </p:cNvCxnSpPr>
          <p:nvPr/>
        </p:nvCxnSpPr>
        <p:spPr>
          <a:xfrm xmlns:a="http://schemas.openxmlformats.org/drawingml/2006/main" flipH="1" flipV="0">
            <a:off x="5567719" y="6298077"/>
            <a:ext cx="1270" cy="404155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56133">
            <a:gradFill rotWithShape="1">
              <a:gsLst>
                <a:gs pos="0">
                  <a:srgbClr val="BD3E26"/>
                </a:gs>
                <a:gs pos="97222">
                  <a:srgbClr val="BA3725"/>
                </a:gs>
                <a:gs pos="100000">
                  <a:srgbClr val="C63621"/>
                </a:gs>
              </a:gsLst>
              <a:lin ang="5400000" scaled="0"/>
            </a:gradFill>
          </a:ln>
        </p:spPr>
      </p:cxnSp>
      <p:cxnSp>
        <p:nvCxnSpPr>
          <p:cNvPr id="298" name="scene-relation-n201-segment-12"/>
          <p:cNvCxnSpPr>
            <a:stCxn xmlns:a="http://schemas.openxmlformats.org/drawingml/2006/main" id="283" idx="3"/>
            <a:endCxn xmlns:a="http://schemas.openxmlformats.org/drawingml/2006/main" id="284" idx="1"/>
          </p:cNvCxnSpPr>
          <p:nvPr/>
        </p:nvCxnSpPr>
        <p:spPr>
          <a:xfrm xmlns:a="http://schemas.openxmlformats.org/drawingml/2006/main" flipH="1" flipV="0">
            <a:off x="5556492" y="6702232"/>
            <a:ext cx="12497" cy="44906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56133">
            <a:gradFill rotWithShape="1">
              <a:gsLst>
                <a:gs pos="0">
                  <a:srgbClr val="C63621"/>
                </a:gs>
                <a:gs pos="100000">
                  <a:srgbClr val="FB2F11"/>
                </a:gs>
              </a:gsLst>
              <a:lin ang="6242175" scaled="0"/>
            </a:gradFill>
          </a:ln>
        </p:spPr>
      </p:cxnSp>
      <p:cxnSp>
        <p:nvCxnSpPr>
          <p:cNvPr id="299" name="scene-relation-n201-segment-13"/>
          <p:cNvCxnSpPr>
            <a:stCxn xmlns:a="http://schemas.openxmlformats.org/drawingml/2006/main" id="284" idx="3"/>
            <a:endCxn xmlns:a="http://schemas.openxmlformats.org/drawingml/2006/main" id="285" idx="1"/>
          </p:cNvCxnSpPr>
          <p:nvPr/>
        </p:nvCxnSpPr>
        <p:spPr>
          <a:xfrm xmlns:a="http://schemas.openxmlformats.org/drawingml/2006/main" flipH="0" flipV="0">
            <a:off x="5557762" y="6747138"/>
            <a:ext cx="9957" cy="22453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56133">
            <a:gradFill rotWithShape="1">
              <a:gsLst>
                <a:gs pos="0">
                  <a:srgbClr val="FB2F11"/>
                </a:gs>
                <a:gs pos="100000">
                  <a:srgbClr val="EE3014"/>
                </a:gs>
              </a:gsLst>
              <a:lin ang="3806097" scaled="0"/>
            </a:gradFill>
          </a:ln>
        </p:spPr>
      </p:cxnSp>
      <p:cxnSp>
        <p:nvCxnSpPr>
          <p:cNvPr id="300" name="scene-relation-n201-segment-14"/>
          <p:cNvCxnSpPr>
            <a:stCxn xmlns:a="http://schemas.openxmlformats.org/drawingml/2006/main" id="285" idx="3"/>
            <a:endCxn xmlns:a="http://schemas.openxmlformats.org/drawingml/2006/main" id="286" idx="1"/>
          </p:cNvCxnSpPr>
          <p:nvPr/>
        </p:nvCxnSpPr>
        <p:spPr>
          <a:xfrm xmlns:a="http://schemas.openxmlformats.org/drawingml/2006/main" flipH="1" flipV="0">
            <a:off x="5556492" y="6769591"/>
            <a:ext cx="12497" cy="44906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56133">
            <a:gradFill rotWithShape="1">
              <a:gsLst>
                <a:gs pos="0">
                  <a:srgbClr val="EE3014"/>
                </a:gs>
                <a:gs pos="100000">
                  <a:srgbClr val="D53118"/>
                </a:gs>
              </a:gsLst>
              <a:lin ang="6242175" scaled="0"/>
            </a:gradFill>
          </a:ln>
        </p:spPr>
      </p:cxnSp>
      <p:cxnSp>
        <p:nvCxnSpPr>
          <p:cNvPr id="301" name="scene-relation-n201-segment-15"/>
          <p:cNvCxnSpPr>
            <a:stCxn xmlns:a="http://schemas.openxmlformats.org/drawingml/2006/main" id="286" idx="3"/>
            <a:endCxn xmlns:a="http://schemas.openxmlformats.org/drawingml/2006/main" id="82" idx="1"/>
          </p:cNvCxnSpPr>
          <p:nvPr/>
        </p:nvCxnSpPr>
        <p:spPr>
          <a:xfrm xmlns:a="http://schemas.openxmlformats.org/drawingml/2006/main" flipH="0" flipV="0">
            <a:off x="5557762" y="6814497"/>
            <a:ext cx="10592" cy="23014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56133">
            <a:gradFill rotWithShape="1">
              <a:gsLst>
                <a:gs pos="0">
                  <a:srgbClr val="D53118"/>
                </a:gs>
                <a:gs pos="100000">
                  <a:srgbClr val="CD311A"/>
                </a:gs>
              </a:gsLst>
              <a:lin ang="3839799" scaled="0"/>
            </a:gradFill>
            <a:tailEnd type="triangle" w="med" len="med"/>
          </a:ln>
        </p:spPr>
      </p:cxnSp>
      <p:sp>
        <p:nvSpPr>
          <p:cNvPr id="302" name="scene-relation-regional-0-0-joint-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96205" y="5747343"/>
            <a:ext cx="1270" cy="1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03" name="scene-relation-regional-0-0-joint-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96205" y="5870835"/>
            <a:ext cx="1270" cy="1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04" name="scene-relation-regional-0-0-joint-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40072" y="5994326"/>
            <a:ext cx="1270" cy="1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05" name="scene-relation-regional-0-0-joint-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06393" y="6028006"/>
            <a:ext cx="1270" cy="1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06" name="scene-relation-regional-0-0-joint-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16580" y="6084138"/>
            <a:ext cx="1270" cy="1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07" name="scene-relation-regional-0-0-joint-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60249" y="6084138"/>
            <a:ext cx="1270" cy="1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08" name="scene-relation-regional-0-0-joint-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15343" y="6072912"/>
            <a:ext cx="1270" cy="1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09" name="scene-relation-regional-0-0-joint-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3078" y="6106592"/>
            <a:ext cx="1270" cy="1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10" name="scene-relation-regional-0-0-joint-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4492" y="6173951"/>
            <a:ext cx="1270" cy="1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11" name="scene-relation-regional-0-0-joint-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79586" y="6286216"/>
            <a:ext cx="1270" cy="1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12" name="scene-relation-regional-0-0-joint-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79586" y="6555652"/>
            <a:ext cx="1270" cy="1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13" name="scene-relation-regional-0-0-joint-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68359" y="6735277"/>
            <a:ext cx="1270" cy="1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cxnSp>
        <p:nvCxnSpPr>
          <p:cNvPr id="314" name="scene-relation-regional-0-0"/>
          <p:cNvCxnSpPr>
            <a:stCxn xmlns:a="http://schemas.openxmlformats.org/drawingml/2006/main" id="65" idx="2"/>
            <a:endCxn xmlns:a="http://schemas.openxmlformats.org/drawingml/2006/main" id="302" idx="1"/>
          </p:cNvCxnSpPr>
          <p:nvPr/>
        </p:nvCxnSpPr>
        <p:spPr>
          <a:xfrm xmlns:a="http://schemas.openxmlformats.org/drawingml/2006/main" flipH="0" flipV="0">
            <a:off x="5085613" y="5728484"/>
            <a:ext cx="10592" cy="19494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54163">
            <a:solidFill>
              <a:srgbClr val="C1422B"/>
            </a:solidFill>
          </a:ln>
        </p:spPr>
      </p:cxnSp>
      <p:cxnSp>
        <p:nvCxnSpPr>
          <p:cNvPr id="315" name="scene-relation-regional-0-0-segment-2"/>
          <p:cNvCxnSpPr>
            <a:stCxn xmlns:a="http://schemas.openxmlformats.org/drawingml/2006/main" id="302" idx="3"/>
            <a:endCxn xmlns:a="http://schemas.openxmlformats.org/drawingml/2006/main" id="303" idx="1"/>
          </p:cNvCxnSpPr>
          <p:nvPr/>
        </p:nvCxnSpPr>
        <p:spPr>
          <a:xfrm xmlns:a="http://schemas.openxmlformats.org/drawingml/2006/main" flipH="1" flipV="0">
            <a:off x="5096205" y="5747978"/>
            <a:ext cx="1270" cy="123492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54163">
            <a:solidFill>
              <a:srgbClr val="C1422B"/>
            </a:solidFill>
          </a:ln>
        </p:spPr>
      </p:cxnSp>
      <p:cxnSp>
        <p:nvCxnSpPr>
          <p:cNvPr id="316" name="scene-relation-regional-0-0-segment-3"/>
          <p:cNvCxnSpPr>
            <a:stCxn xmlns:a="http://schemas.openxmlformats.org/drawingml/2006/main" id="303" idx="3"/>
            <a:endCxn xmlns:a="http://schemas.openxmlformats.org/drawingml/2006/main" id="304" idx="1"/>
          </p:cNvCxnSpPr>
          <p:nvPr/>
        </p:nvCxnSpPr>
        <p:spPr>
          <a:xfrm xmlns:a="http://schemas.openxmlformats.org/drawingml/2006/main" flipH="1" flipV="0">
            <a:off x="5040072" y="5871470"/>
            <a:ext cx="57403" cy="123492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54163">
            <a:solidFill>
              <a:srgbClr val="C1422B"/>
            </a:solidFill>
          </a:ln>
        </p:spPr>
      </p:cxnSp>
      <p:cxnSp>
        <p:nvCxnSpPr>
          <p:cNvPr id="317" name="scene-relation-regional-0-0-segment-4"/>
          <p:cNvCxnSpPr>
            <a:stCxn xmlns:a="http://schemas.openxmlformats.org/drawingml/2006/main" id="304" idx="3"/>
            <a:endCxn xmlns:a="http://schemas.openxmlformats.org/drawingml/2006/main" id="305" idx="1"/>
          </p:cNvCxnSpPr>
          <p:nvPr/>
        </p:nvCxnSpPr>
        <p:spPr>
          <a:xfrm xmlns:a="http://schemas.openxmlformats.org/drawingml/2006/main" flipH="1" flipV="0">
            <a:off x="5006393" y="5994961"/>
            <a:ext cx="34950" cy="33680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54163">
            <a:solidFill>
              <a:srgbClr val="C1422B"/>
            </a:solidFill>
          </a:ln>
        </p:spPr>
      </p:cxnSp>
      <p:cxnSp>
        <p:nvCxnSpPr>
          <p:cNvPr id="318" name="scene-relation-regional-0-0-segment-5"/>
          <p:cNvCxnSpPr>
            <a:stCxn xmlns:a="http://schemas.openxmlformats.org/drawingml/2006/main" id="305" idx="3"/>
            <a:endCxn xmlns:a="http://schemas.openxmlformats.org/drawingml/2006/main" id="306" idx="1"/>
          </p:cNvCxnSpPr>
          <p:nvPr/>
        </p:nvCxnSpPr>
        <p:spPr>
          <a:xfrm xmlns:a="http://schemas.openxmlformats.org/drawingml/2006/main" flipH="1" flipV="0">
            <a:off x="4916580" y="6028641"/>
            <a:ext cx="91082" cy="56133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54163">
            <a:solidFill>
              <a:srgbClr val="C1422B"/>
            </a:solidFill>
          </a:ln>
        </p:spPr>
      </p:cxnSp>
      <p:cxnSp>
        <p:nvCxnSpPr>
          <p:cNvPr id="319" name="scene-relation-regional-0-0-segment-6"/>
          <p:cNvCxnSpPr>
            <a:stCxn xmlns:a="http://schemas.openxmlformats.org/drawingml/2006/main" id="306" idx="3"/>
            <a:endCxn xmlns:a="http://schemas.openxmlformats.org/drawingml/2006/main" id="307" idx="1"/>
          </p:cNvCxnSpPr>
          <p:nvPr/>
        </p:nvCxnSpPr>
        <p:spPr>
          <a:xfrm xmlns:a="http://schemas.openxmlformats.org/drawingml/2006/main" flipH="1" flipV="0">
            <a:off x="3760249" y="6084773"/>
            <a:ext cx="1157601" cy="1270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54163">
            <a:solidFill>
              <a:srgbClr val="C1422B"/>
            </a:solidFill>
          </a:ln>
        </p:spPr>
      </p:cxnSp>
      <p:cxnSp>
        <p:nvCxnSpPr>
          <p:cNvPr id="320" name="scene-relation-regional-0-0-segment-7"/>
          <p:cNvCxnSpPr>
            <a:stCxn xmlns:a="http://schemas.openxmlformats.org/drawingml/2006/main" id="307" idx="3"/>
            <a:endCxn xmlns:a="http://schemas.openxmlformats.org/drawingml/2006/main" id="308" idx="1"/>
          </p:cNvCxnSpPr>
          <p:nvPr/>
        </p:nvCxnSpPr>
        <p:spPr>
          <a:xfrm xmlns:a="http://schemas.openxmlformats.org/drawingml/2006/main" flipH="1" flipV="1">
            <a:off x="3715343" y="6073547"/>
            <a:ext cx="46176" cy="11227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54163">
            <a:solidFill>
              <a:srgbClr val="C1422B"/>
            </a:solidFill>
          </a:ln>
        </p:spPr>
      </p:cxnSp>
      <p:cxnSp>
        <p:nvCxnSpPr>
          <p:cNvPr id="321" name="scene-relation-regional-0-0-segment-8"/>
          <p:cNvCxnSpPr>
            <a:stCxn xmlns:a="http://schemas.openxmlformats.org/drawingml/2006/main" id="308" idx="3"/>
            <a:endCxn xmlns:a="http://schemas.openxmlformats.org/drawingml/2006/main" id="309" idx="1"/>
          </p:cNvCxnSpPr>
          <p:nvPr/>
        </p:nvCxnSpPr>
        <p:spPr>
          <a:xfrm xmlns:a="http://schemas.openxmlformats.org/drawingml/2006/main" flipH="1" flipV="0">
            <a:off x="3603078" y="6073547"/>
            <a:ext cx="113535" cy="33680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54163">
            <a:solidFill>
              <a:srgbClr val="C1422B"/>
            </a:solidFill>
          </a:ln>
        </p:spPr>
      </p:cxnSp>
      <p:cxnSp>
        <p:nvCxnSpPr>
          <p:cNvPr id="322" name="scene-relation-regional-0-0-segment-9"/>
          <p:cNvCxnSpPr>
            <a:stCxn xmlns:a="http://schemas.openxmlformats.org/drawingml/2006/main" id="309" idx="3"/>
            <a:endCxn xmlns:a="http://schemas.openxmlformats.org/drawingml/2006/main" id="310" idx="1"/>
          </p:cNvCxnSpPr>
          <p:nvPr/>
        </p:nvCxnSpPr>
        <p:spPr>
          <a:xfrm xmlns:a="http://schemas.openxmlformats.org/drawingml/2006/main" flipH="1" flipV="0">
            <a:off x="3524492" y="6107227"/>
            <a:ext cx="79856" cy="67359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54163">
            <a:solidFill>
              <a:srgbClr val="C1422B"/>
            </a:solidFill>
          </a:ln>
        </p:spPr>
      </p:cxnSp>
      <p:cxnSp>
        <p:nvCxnSpPr>
          <p:cNvPr id="323" name="scene-relation-regional-0-0-segment-10"/>
          <p:cNvCxnSpPr>
            <a:stCxn xmlns:a="http://schemas.openxmlformats.org/drawingml/2006/main" id="310" idx="3"/>
            <a:endCxn xmlns:a="http://schemas.openxmlformats.org/drawingml/2006/main" id="311" idx="1"/>
          </p:cNvCxnSpPr>
          <p:nvPr/>
        </p:nvCxnSpPr>
        <p:spPr>
          <a:xfrm xmlns:a="http://schemas.openxmlformats.org/drawingml/2006/main" flipH="1" flipV="0">
            <a:off x="3479586" y="6174586"/>
            <a:ext cx="46176" cy="112265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54163">
            <a:solidFill>
              <a:srgbClr val="C1422B"/>
            </a:solidFill>
          </a:ln>
        </p:spPr>
      </p:cxnSp>
      <p:cxnSp>
        <p:nvCxnSpPr>
          <p:cNvPr id="324" name="scene-relation-regional-0-0-segment-11"/>
          <p:cNvCxnSpPr>
            <a:stCxn xmlns:a="http://schemas.openxmlformats.org/drawingml/2006/main" id="311" idx="3"/>
            <a:endCxn xmlns:a="http://schemas.openxmlformats.org/drawingml/2006/main" id="312" idx="1"/>
          </p:cNvCxnSpPr>
          <p:nvPr/>
        </p:nvCxnSpPr>
        <p:spPr>
          <a:xfrm xmlns:a="http://schemas.openxmlformats.org/drawingml/2006/main" flipH="1" flipV="0">
            <a:off x="3479586" y="6286851"/>
            <a:ext cx="1270" cy="269436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54163">
            <a:solidFill>
              <a:srgbClr val="C1422B"/>
            </a:solidFill>
          </a:ln>
        </p:spPr>
      </p:cxnSp>
      <p:cxnSp>
        <p:nvCxnSpPr>
          <p:cNvPr id="325" name="scene-relation-regional-0-0-segment-12"/>
          <p:cNvCxnSpPr>
            <a:stCxn xmlns:a="http://schemas.openxmlformats.org/drawingml/2006/main" id="312" idx="3"/>
            <a:endCxn xmlns:a="http://schemas.openxmlformats.org/drawingml/2006/main" id="313" idx="1"/>
          </p:cNvCxnSpPr>
          <p:nvPr/>
        </p:nvCxnSpPr>
        <p:spPr>
          <a:xfrm xmlns:a="http://schemas.openxmlformats.org/drawingml/2006/main" flipH="1" flipV="0">
            <a:off x="3468359" y="6556287"/>
            <a:ext cx="12497" cy="179624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54163">
            <a:solidFill>
              <a:srgbClr val="C1422B"/>
            </a:solidFill>
          </a:ln>
        </p:spPr>
      </p:cxnSp>
      <p:cxnSp>
        <p:nvCxnSpPr>
          <p:cNvPr id="326" name="scene-relation-regional-0-0-segment-13"/>
          <p:cNvCxnSpPr>
            <a:stCxn xmlns:a="http://schemas.openxmlformats.org/drawingml/2006/main" id="313" idx="3"/>
            <a:endCxn xmlns:a="http://schemas.openxmlformats.org/drawingml/2006/main" id="138" idx="1"/>
          </p:cNvCxnSpPr>
          <p:nvPr/>
        </p:nvCxnSpPr>
        <p:spPr>
          <a:xfrm xmlns:a="http://schemas.openxmlformats.org/drawingml/2006/main" flipH="0" flipV="0">
            <a:off x="3469629" y="6735912"/>
            <a:ext cx="10592" cy="101039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54163">
            <a:solidFill>
              <a:srgbClr val="C1422B"/>
            </a:solidFill>
            <a:tailEnd type="triangle" w="lg" len="lg"/>
          </a:ln>
        </p:spPr>
      </p:cxnSp>
      <p:pic>
        <p:nvPicPr>
          <p:cNvPr id="327" name="scene-icon-object-n1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327"/>
          <a:stretch xmlns:a="http://schemas.openxmlformats.org/drawingml/2006/main">
            <a:fillRect/>
          </a:stretch>
        </p:blipFill>
        <p:spPr>
          <a:xfrm xmlns:a="http://schemas.openxmlformats.org/drawingml/2006/main" flipH="0" flipV="0">
            <a:off x="538873" y="13247293"/>
            <a:ext cx="336796" cy="336796"/>
          </a:xfrm>
          <a:prstGeom xmlns:a="http://schemas.openxmlformats.org/drawingml/2006/main" prst="rect"/>
        </p:spPr>
      </p:pic>
      <p:pic>
        <p:nvPicPr>
          <p:cNvPr id="328" name="scene-icon-object-n1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328"/>
          <a:stretch xmlns:a="http://schemas.openxmlformats.org/drawingml/2006/main">
            <a:fillRect/>
          </a:stretch>
        </p:blipFill>
        <p:spPr>
          <a:xfrm xmlns:a="http://schemas.openxmlformats.org/drawingml/2006/main" flipH="0" flipV="0">
            <a:off x="538873" y="13965790"/>
            <a:ext cx="336796" cy="336796"/>
          </a:xfrm>
          <a:prstGeom xmlns:a="http://schemas.openxmlformats.org/drawingml/2006/main" prst="rect"/>
        </p:spPr>
      </p:pic>
      <p:pic>
        <p:nvPicPr>
          <p:cNvPr id="329" name="scene-icon-object-n1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329"/>
          <a:stretch xmlns:a="http://schemas.openxmlformats.org/drawingml/2006/main">
            <a:fillRect/>
          </a:stretch>
        </p:blipFill>
        <p:spPr>
          <a:xfrm xmlns:a="http://schemas.openxmlformats.org/drawingml/2006/main" flipH="0" flipV="0">
            <a:off x="4513061" y="13269746"/>
            <a:ext cx="336796" cy="325569"/>
          </a:xfrm>
          <a:prstGeom xmlns:a="http://schemas.openxmlformats.org/drawingml/2006/main" prst="rect"/>
        </p:spPr>
      </p:pic>
      <p:pic>
        <p:nvPicPr>
          <p:cNvPr id="330" name="scene-icon-object-n1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330"/>
          <a:stretch xmlns:a="http://schemas.openxmlformats.org/drawingml/2006/main">
            <a:fillRect/>
          </a:stretch>
        </p:blipFill>
        <p:spPr>
          <a:xfrm xmlns:a="http://schemas.openxmlformats.org/drawingml/2006/main" flipH="0" flipV="0">
            <a:off x="8341304" y="13269746"/>
            <a:ext cx="348022" cy="325569"/>
          </a:xfrm>
          <a:prstGeom xmlns:a="http://schemas.openxmlformats.org/drawingml/2006/main" prst="rect"/>
        </p:spPr>
      </p:pic>
      <p:pic>
        <p:nvPicPr>
          <p:cNvPr id="331" name="scene-icon-object-n1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331"/>
          <a:stretch xmlns:a="http://schemas.openxmlformats.org/drawingml/2006/main">
            <a:fillRect/>
          </a:stretch>
        </p:blipFill>
        <p:spPr>
          <a:xfrm xmlns:a="http://schemas.openxmlformats.org/drawingml/2006/main" flipH="0" flipV="0">
            <a:off x="8341304" y="13808619"/>
            <a:ext cx="348022" cy="348022"/>
          </a:xfrm>
          <a:prstGeom xmlns:a="http://schemas.openxmlformats.org/drawingml/2006/main" prst="rect"/>
        </p:spPr>
      </p:pic>
      <p:pic>
        <p:nvPicPr>
          <p:cNvPr id="332" name="scene-icon-object-n1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332"/>
          <a:stretch xmlns:a="http://schemas.openxmlformats.org/drawingml/2006/main">
            <a:fillRect/>
          </a:stretch>
        </p:blipFill>
        <p:spPr>
          <a:xfrm xmlns:a="http://schemas.openxmlformats.org/drawingml/2006/main" flipH="0" flipV="0">
            <a:off x="538873" y="14706740"/>
            <a:ext cx="348022" cy="348022"/>
          </a:xfrm>
          <a:prstGeom xmlns:a="http://schemas.openxmlformats.org/drawingml/2006/main" prst="rect"/>
        </p:spPr>
      </p:pic>
      <p:pic>
        <p:nvPicPr>
          <p:cNvPr id="333" name="scene-icon-object-n1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333"/>
          <a:stretch xmlns:a="http://schemas.openxmlformats.org/drawingml/2006/main">
            <a:fillRect/>
          </a:stretch>
        </p:blipFill>
        <p:spPr>
          <a:xfrm xmlns:a="http://schemas.openxmlformats.org/drawingml/2006/main" flipH="0" flipV="0">
            <a:off x="4513061" y="13808619"/>
            <a:ext cx="336796" cy="359249"/>
          </a:xfrm>
          <a:prstGeom xmlns:a="http://schemas.openxmlformats.org/drawingml/2006/main" prst="rect"/>
        </p:spPr>
      </p:pic>
      <p:pic>
        <p:nvPicPr>
          <p:cNvPr id="334" name="scene-icon-object-n1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334"/>
          <a:stretch xmlns:a="http://schemas.openxmlformats.org/drawingml/2006/main">
            <a:fillRect/>
          </a:stretch>
        </p:blipFill>
        <p:spPr>
          <a:xfrm xmlns:a="http://schemas.openxmlformats.org/drawingml/2006/main" flipH="0" flipV="0">
            <a:off x="4513061" y="14358718"/>
            <a:ext cx="336796" cy="359249"/>
          </a:xfrm>
          <a:prstGeom xmlns:a="http://schemas.openxmlformats.org/drawingml/2006/main" prst="rect"/>
        </p:spPr>
      </p:pic>
      <p:pic>
        <p:nvPicPr>
          <p:cNvPr id="335" name="scene-icon-object-n1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335"/>
          <a:stretch xmlns:a="http://schemas.openxmlformats.org/drawingml/2006/main">
            <a:fillRect/>
          </a:stretch>
        </p:blipFill>
        <p:spPr>
          <a:xfrm xmlns:a="http://schemas.openxmlformats.org/drawingml/2006/main" flipH="0" flipV="0">
            <a:off x="8341304" y="14358718"/>
            <a:ext cx="336796" cy="359249"/>
          </a:xfrm>
          <a:prstGeom xmlns:a="http://schemas.openxmlformats.org/drawingml/2006/main" prst="rect"/>
        </p:spPr>
      </p:pic>
      <p:pic>
        <p:nvPicPr>
          <p:cNvPr id="336" name="scene-icon-object-n1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336"/>
          <a:stretch xmlns:a="http://schemas.openxmlformats.org/drawingml/2006/main">
            <a:fillRect/>
          </a:stretch>
        </p:blipFill>
        <p:spPr>
          <a:xfrm xmlns:a="http://schemas.openxmlformats.org/drawingml/2006/main" flipH="0" flipV="0">
            <a:off x="3300597" y="7039028"/>
            <a:ext cx="359249" cy="392928"/>
          </a:xfrm>
          <a:prstGeom xmlns:a="http://schemas.openxmlformats.org/drawingml/2006/main" prst="rect"/>
        </p:spPr>
      </p:pic>
      <p:pic>
        <p:nvPicPr>
          <p:cNvPr id="337" name="scene-icon-object-n1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337"/>
          <a:stretch xmlns:a="http://schemas.openxmlformats.org/drawingml/2006/main">
            <a:fillRect/>
          </a:stretch>
        </p:blipFill>
        <p:spPr>
          <a:xfrm xmlns:a="http://schemas.openxmlformats.org/drawingml/2006/main" flipH="0" flipV="0">
            <a:off x="7443182" y="7027801"/>
            <a:ext cx="392928" cy="437834"/>
          </a:xfrm>
          <a:prstGeom xmlns:a="http://schemas.openxmlformats.org/drawingml/2006/main" prst="rect"/>
        </p:spPr>
      </p:pic>
      <p:pic>
        <p:nvPicPr>
          <p:cNvPr id="338" name="scene-icon-object-n1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338"/>
          <a:stretch xmlns:a="http://schemas.openxmlformats.org/drawingml/2006/main">
            <a:fillRect/>
          </a:stretch>
        </p:blipFill>
        <p:spPr>
          <a:xfrm xmlns:a="http://schemas.openxmlformats.org/drawingml/2006/main" flipH="0" flipV="0">
            <a:off x="5366276" y="7050254"/>
            <a:ext cx="449061" cy="381702"/>
          </a:xfrm>
          <a:prstGeom xmlns:a="http://schemas.openxmlformats.org/drawingml/2006/main" prst="rect"/>
        </p:spPr>
      </p:pic>
      <p:pic>
        <p:nvPicPr>
          <p:cNvPr id="339" name="scene-icon-object-n10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339"/>
          <a:stretch xmlns:a="http://schemas.openxmlformats.org/drawingml/2006/main">
            <a:fillRect/>
          </a:stretch>
        </p:blipFill>
        <p:spPr>
          <a:xfrm xmlns:a="http://schemas.openxmlformats.org/drawingml/2006/main" flipH="0" flipV="0">
            <a:off x="785856" y="1919735"/>
            <a:ext cx="426608" cy="449061"/>
          </a:xfrm>
          <a:prstGeom xmlns:a="http://schemas.openxmlformats.org/drawingml/2006/main" prst="rect"/>
        </p:spPr>
      </p:pic>
      <p:pic>
        <p:nvPicPr>
          <p:cNvPr id="340" name="scene-icon-object-n10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340"/>
          <a:stretch xmlns:a="http://schemas.openxmlformats.org/drawingml/2006/main">
            <a:fillRect/>
          </a:stretch>
        </p:blipFill>
        <p:spPr>
          <a:xfrm xmlns:a="http://schemas.openxmlformats.org/drawingml/2006/main" flipH="0" flipV="0">
            <a:off x="6533834" y="1919735"/>
            <a:ext cx="437834" cy="460287"/>
          </a:xfrm>
          <a:prstGeom xmlns:a="http://schemas.openxmlformats.org/drawingml/2006/main" prst="rect"/>
        </p:spPr>
      </p:pic>
      <p:pic>
        <p:nvPicPr>
          <p:cNvPr id="341" name="scene-icon-object-n1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341"/>
          <a:stretch xmlns:a="http://schemas.openxmlformats.org/drawingml/2006/main">
            <a:fillRect/>
          </a:stretch>
        </p:blipFill>
        <p:spPr>
          <a:xfrm xmlns:a="http://schemas.openxmlformats.org/drawingml/2006/main" flipH="0" flipV="0">
            <a:off x="9059801" y="9340464"/>
            <a:ext cx="460287" cy="471514"/>
          </a:xfrm>
          <a:prstGeom xmlns:a="http://schemas.openxmlformats.org/drawingml/2006/main" prst="rect"/>
        </p:spPr>
      </p:pic>
      <p:pic>
        <p:nvPicPr>
          <p:cNvPr id="342" name="scene-icon-object-n1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342"/>
          <a:stretch xmlns:a="http://schemas.openxmlformats.org/drawingml/2006/main">
            <a:fillRect/>
          </a:stretch>
        </p:blipFill>
        <p:spPr>
          <a:xfrm xmlns:a="http://schemas.openxmlformats.org/drawingml/2006/main" flipH="0" flipV="0">
            <a:off x="6253171" y="9385370"/>
            <a:ext cx="482740" cy="426608"/>
          </a:xfrm>
          <a:prstGeom xmlns:a="http://schemas.openxmlformats.org/drawingml/2006/main" prst="rect"/>
        </p:spPr>
      </p:pic>
      <p:pic>
        <p:nvPicPr>
          <p:cNvPr id="343" name="scene-icon-object-n1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343"/>
          <a:stretch xmlns:a="http://schemas.openxmlformats.org/drawingml/2006/main">
            <a:fillRect/>
          </a:stretch>
        </p:blipFill>
        <p:spPr>
          <a:xfrm xmlns:a="http://schemas.openxmlformats.org/drawingml/2006/main" flipH="0" flipV="0">
            <a:off x="3704751" y="9329238"/>
            <a:ext cx="449061" cy="527646"/>
          </a:xfrm>
          <a:prstGeom xmlns:a="http://schemas.openxmlformats.org/drawingml/2006/main" prst="rect"/>
        </p:spPr>
      </p:pic>
      <p:pic>
        <p:nvPicPr>
          <p:cNvPr id="344" name="scene-icon-object-n1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344"/>
          <a:stretch xmlns:a="http://schemas.openxmlformats.org/drawingml/2006/main">
            <a:fillRect/>
          </a:stretch>
        </p:blipFill>
        <p:spPr>
          <a:xfrm xmlns:a="http://schemas.openxmlformats.org/drawingml/2006/main" flipH="0" flipV="0">
            <a:off x="4715138" y="4726365"/>
            <a:ext cx="729724" cy="774630"/>
          </a:xfrm>
          <a:prstGeom xmlns:a="http://schemas.openxmlformats.org/drawingml/2006/main" prst="rect"/>
        </p:spPr>
      </p:pic>
      <p:sp>
        <p:nvSpPr>
          <p:cNvPr id="345" name="p0-ocr-0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552" y="235757"/>
            <a:ext cx="10968309" cy="136963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zh-CN" sz="7638" b="1">
                <a:solidFill>
                  <a:srgbClr val="141515"/>
                </a:solidFill>
                <a:latin typeface="Microsoft YaHei"/>
                <a:ea typeface="Microsoft YaHei"/>
                <a:cs typeface="Microsoft YaHei"/>
              </a:rPr>
              <a:t>Claude Code 本周更新</a:t>
            </a:r>
          </a:p>
        </p:txBody>
      </p:sp>
      <p:sp>
        <p:nvSpPr>
          <p:cNvPr id="346" name="p0-ocr-0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315" y="1942188"/>
            <a:ext cx="662365" cy="381702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zh-CN" sz="2164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版本</a:t>
            </a:r>
          </a:p>
        </p:txBody>
      </p:sp>
      <p:sp>
        <p:nvSpPr>
          <p:cNvPr id="347" name="p0-ocr-00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7613" y="1964641"/>
            <a:ext cx="606232" cy="348022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zh-CN" sz="1973" b="1">
                <a:solidFill>
                  <a:srgbClr val="282528"/>
                </a:solidFill>
                <a:latin typeface="Microsoft YaHei"/>
                <a:ea typeface="Microsoft YaHei"/>
                <a:cs typeface="Microsoft YaHei"/>
              </a:rPr>
              <a:t>日期</a:t>
            </a:r>
          </a:p>
        </p:txBody>
      </p:sp>
      <p:sp>
        <p:nvSpPr>
          <p:cNvPr id="348" name="p0-ocr-00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293" y="4614099"/>
            <a:ext cx="1021613" cy="415381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zh-CN" sz="2355" b="1">
                <a:solidFill>
                  <a:srgbClr val="191513"/>
                </a:solidFill>
                <a:latin typeface="Microsoft YaHei"/>
                <a:ea typeface="Microsoft YaHei"/>
                <a:cs typeface="Microsoft YaHei"/>
              </a:rPr>
              <a:t>执行层</a:t>
            </a:r>
          </a:p>
        </p:txBody>
      </p:sp>
      <p:sp>
        <p:nvSpPr>
          <p:cNvPr id="349" name="p0-ocr-0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99" y="5152972"/>
            <a:ext cx="875669" cy="25821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zh-CN" sz="1464" b="0">
                <a:solidFill>
                  <a:srgbClr val="8A8381"/>
                </a:solidFill>
                <a:latin typeface="Microsoft YaHei"/>
                <a:ea typeface="Microsoft YaHei"/>
                <a:cs typeface="Microsoft YaHei"/>
              </a:rPr>
              <a:t>多 Agent</a:t>
            </a:r>
          </a:p>
        </p:txBody>
      </p:sp>
      <p:sp>
        <p:nvSpPr>
          <p:cNvPr id="350" name="p0-ocr-0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972" y="5411182"/>
            <a:ext cx="1055293" cy="280663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zh-CN" sz="1816" b="1">
                <a:solidFill>
                  <a:srgbClr val="8E8987"/>
                </a:solidFill>
                <a:latin typeface="Microsoft YaHei"/>
                <a:ea typeface="Microsoft YaHei"/>
                <a:cs typeface="Microsoft YaHei"/>
              </a:rPr>
              <a:t>成为默认的</a:t>
            </a:r>
          </a:p>
        </p:txBody>
      </p:sp>
      <p:sp>
        <p:nvSpPr>
          <p:cNvPr id="351" name="p0-ocr-0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746" y="5703072"/>
            <a:ext cx="864442" cy="280663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zh-CN" sz="1860" b="1">
                <a:solidFill>
                  <a:srgbClr val="888481"/>
                </a:solidFill>
                <a:latin typeface="Microsoft YaHei"/>
                <a:ea typeface="Microsoft YaHei"/>
                <a:cs typeface="Microsoft YaHei"/>
              </a:rPr>
              <a:t>执行拓扑</a:t>
            </a:r>
          </a:p>
        </p:txBody>
      </p:sp>
      <p:sp>
        <p:nvSpPr>
          <p:cNvPr id="352" name="p0-ocr-01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291">
            <a:off x="1060629" y="6853716"/>
            <a:ext cx="1022168" cy="42675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zh-CN" sz="2419" b="1">
                <a:solidFill>
                  <a:srgbClr val="121815"/>
                </a:solidFill>
                <a:latin typeface="Microsoft YaHei"/>
                <a:ea typeface="Microsoft YaHei"/>
                <a:cs typeface="Microsoft YaHei"/>
              </a:rPr>
              <a:t>协作层</a:t>
            </a:r>
          </a:p>
        </p:txBody>
      </p:sp>
      <p:sp>
        <p:nvSpPr>
          <p:cNvPr id="353" name="p0-ocr-0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746" y="7420729"/>
            <a:ext cx="1335956" cy="269436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" sz="1405" b="0">
                <a:solidFill>
                  <a:srgbClr val="5C6261"/>
                </a:solidFill>
                <a:latin typeface="Microsoft YaHei"/>
                <a:ea typeface="Microsoft YaHei"/>
                <a:cs typeface="Microsoft YaHei"/>
              </a:rPr>
              <a:t>fork subagent</a:t>
            </a:r>
          </a:p>
        </p:txBody>
      </p:sp>
      <p:sp>
        <p:nvSpPr>
          <p:cNvPr id="354" name="p0-ocr-0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97" y="7488088"/>
            <a:ext cx="1481901" cy="269436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" sz="1364" b="0">
                <a:solidFill>
                  <a:srgbClr val="1D1A17"/>
                </a:solidFill>
                <a:latin typeface="Microsoft YaHei"/>
                <a:ea typeface="Microsoft YaHei"/>
                <a:cs typeface="Microsoft YaHei"/>
              </a:rPr>
              <a:t>fork subagent A</a:t>
            </a:r>
          </a:p>
        </p:txBody>
      </p:sp>
      <p:sp>
        <p:nvSpPr>
          <p:cNvPr id="355" name="p0-ocr-02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99" y="7712619"/>
            <a:ext cx="853215" cy="246983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zh-CN" sz="1836" b="1">
                <a:solidFill>
                  <a:srgbClr val="737A77"/>
                </a:solidFill>
                <a:latin typeface="Microsoft YaHei"/>
                <a:ea typeface="Microsoft YaHei"/>
                <a:cs typeface="Microsoft YaHei"/>
              </a:rPr>
              <a:t>默认开启</a:t>
            </a:r>
          </a:p>
        </p:txBody>
      </p:sp>
      <p:sp>
        <p:nvSpPr>
          <p:cNvPr id="356" name="p0-ocr-0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99" y="7982055"/>
            <a:ext cx="1279823" cy="269436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zh-CN" sz="1836" b="1">
                <a:solidFill>
                  <a:srgbClr val="808888"/>
                </a:solidFill>
                <a:latin typeface="Microsoft YaHei"/>
                <a:ea typeface="Microsoft YaHei"/>
                <a:cs typeface="Microsoft YaHei"/>
              </a:rPr>
              <a:t>多路并行执行</a:t>
            </a:r>
          </a:p>
        </p:txBody>
      </p:sp>
      <p:sp>
        <p:nvSpPr>
          <p:cNvPr id="357" name="p0-ocr-02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746" y="9351691"/>
            <a:ext cx="1695204" cy="348022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zh-CN" sz="2432" b="1">
                <a:solidFill>
                  <a:srgbClr val="14181D"/>
                </a:solidFill>
                <a:latin typeface="Microsoft YaHei"/>
                <a:ea typeface="Microsoft YaHei"/>
                <a:cs typeface="Microsoft YaHei"/>
              </a:rPr>
              <a:t>控制与观测层</a:t>
            </a:r>
          </a:p>
        </p:txBody>
      </p:sp>
      <p:sp>
        <p:nvSpPr>
          <p:cNvPr id="358" name="p0-ocr-03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972" y="9856884"/>
            <a:ext cx="1100199" cy="280663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zh-CN" sz="1591" b="0">
                <a:solidFill>
                  <a:srgbClr val="798085"/>
                </a:solidFill>
                <a:latin typeface="Microsoft YaHei"/>
                <a:ea typeface="Microsoft YaHei"/>
                <a:cs typeface="Microsoft YaHei"/>
              </a:rPr>
              <a:t>为多 Agent</a:t>
            </a:r>
          </a:p>
        </p:txBody>
      </p:sp>
      <p:sp>
        <p:nvSpPr>
          <p:cNvPr id="359" name="p0-ocr-03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99" y="10171227"/>
            <a:ext cx="1459448" cy="235757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zh-CN" sz="1764" b="1">
                <a:solidFill>
                  <a:srgbClr val="6F767C"/>
                </a:solidFill>
                <a:latin typeface="Microsoft YaHei"/>
                <a:ea typeface="Microsoft YaHei"/>
                <a:cs typeface="Microsoft YaHei"/>
              </a:rPr>
              <a:t>补齐控制、限制</a:t>
            </a:r>
          </a:p>
        </p:txBody>
      </p:sp>
      <p:sp>
        <p:nvSpPr>
          <p:cNvPr id="360" name="p0-ocr-03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99" y="10440663"/>
            <a:ext cx="1066519" cy="269436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zh-CN" sz="1836" b="1">
                <a:solidFill>
                  <a:srgbClr val="767E86"/>
                </a:solidFill>
                <a:latin typeface="Microsoft YaHei"/>
                <a:ea typeface="Microsoft YaHei"/>
                <a:cs typeface="Microsoft YaHei"/>
              </a:rPr>
              <a:t>与可观测性</a:t>
            </a:r>
          </a:p>
        </p:txBody>
      </p:sp>
      <p:sp>
        <p:nvSpPr>
          <p:cNvPr id="361" name="p0-ocr-06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133" y="15582409"/>
            <a:ext cx="3850696" cy="336796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zh-CN" sz="1782" b="1">
                <a:solidFill>
                  <a:srgbClr val="676C76"/>
                </a:solidFill>
                <a:latin typeface="Microsoft YaHei"/>
                <a:ea typeface="Microsoft YaHei"/>
                <a:cs typeface="Microsoft YaHei"/>
              </a:rPr>
              <a:t>5个Release|393条顶层变更</a:t>
            </a:r>
          </a:p>
        </p:txBody>
      </p:sp>
    </p:spTree>
  </p:cSld>
  <p:clrMapOvr>
    <a:masterClrMapping xmlns:a="http://schemas.openxmlformats.org/drawingml/2006/main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</a:theme>
</file>