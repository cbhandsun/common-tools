
<file path=[Content_Types].xml><?xml version="1.0" encoding="utf-8"?>
<Types xmlns="http://schemas.openxmlformats.org/package/2006/content-types">
  <Default Extension="xml" ContentType="application/xml"/>
  <Default Extension="png" ContentType="image/png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presentation.xml" ContentType="application/vnd.openxmlformats-officedocument.presentationml.presentation.main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IdPresentation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IdMaster"/>
  </p:sldMasterIdLst>
  <p:sldIdLst>
    <p:sldId xmlns:r="http://schemas.openxmlformats.org/officeDocument/2006/relationships" id="256" r:id="rIdSlide256"/>
  </p:sldIdLst>
  <p:sldSz cx="12192000" cy="16256000" type="custom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Master" /><Relationship Type="http://schemas.openxmlformats.org/officeDocument/2006/relationships/theme" Target="/ppt/theme/theme1.xml" Id="rIdTheme" /><Relationship Type="http://schemas.openxmlformats.org/officeDocument/2006/relationships/slide" Target="/ppt/slides/slide1.xml" Id="rIdSlide256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Master" /></Relationships>
</file>

<file path=ppt/slideLayouts/slideLayout1.xml><?xml version="1.0" encoding="utf-8"?>
<p:sldLayout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IdTheme" /><Relationship Type="http://schemas.openxmlformats.org/officeDocument/2006/relationships/slideLayout" Target="/ppt/slideLayouts/slideLayout1.xml" Id="rIdLayout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Layout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" /><Relationship Type="http://schemas.openxmlformats.org/officeDocument/2006/relationships/image" Target="/ppt/media/image.png" Id="rIdImage100" /><Relationship Type="http://schemas.openxmlformats.org/officeDocument/2006/relationships/image" Target="/ppt/media/image2.png" Id="rIdImage101" /><Relationship Type="http://schemas.openxmlformats.org/officeDocument/2006/relationships/image" Target="/ppt/media/image3.png" Id="rIdImage102" /><Relationship Type="http://schemas.openxmlformats.org/officeDocument/2006/relationships/image" Target="/ppt/media/image4.png" Id="rIdImage103" /><Relationship Type="http://schemas.openxmlformats.org/officeDocument/2006/relationships/image" Target="/ppt/media/image5.png" Id="rIdImage104" /><Relationship Type="http://schemas.openxmlformats.org/officeDocument/2006/relationships/image" Target="/ppt/media/image6.png" Id="rIdImage105" /><Relationship Type="http://schemas.openxmlformats.org/officeDocument/2006/relationships/image" Target="/ppt/media/image7.png" Id="rIdImage106" /><Relationship Type="http://schemas.openxmlformats.org/officeDocument/2006/relationships/image" Target="/ppt/media/image8.png" Id="rIdImage107" /><Relationship Type="http://schemas.openxmlformats.org/officeDocument/2006/relationships/image" Target="/ppt/media/image9.png" Id="rIdImage108" /><Relationship Type="http://schemas.openxmlformats.org/officeDocument/2006/relationships/image" Target="/ppt/media/image10.png" Id="rIdImage109" /><Relationship Type="http://schemas.openxmlformats.org/officeDocument/2006/relationships/image" Target="/ppt/media/image11.png" Id="rIdImage110" /><Relationship Type="http://schemas.openxmlformats.org/officeDocument/2006/relationships/image" Target="/ppt/media/image12.png" Id="rIdImage111" /><Relationship Type="http://schemas.openxmlformats.org/officeDocument/2006/relationships/image" Target="/ppt/media/image13.png" Id="rIdImage112" /><Relationship Type="http://schemas.openxmlformats.org/officeDocument/2006/relationships/image" Target="/ppt/media/image14.png" Id="rIdImage113" /><Relationship Type="http://schemas.openxmlformats.org/officeDocument/2006/relationships/image" Target="/ppt/media/image15.png" Id="rIdImage114" /><Relationship Type="http://schemas.openxmlformats.org/officeDocument/2006/relationships/image" Target="/ppt/media/image16.png" Id="rIdImage115" /><Relationship Type="http://schemas.openxmlformats.org/officeDocument/2006/relationships/image" Target="/ppt/media/image17.png" Id="rIdImage116" /><Relationship Type="http://schemas.openxmlformats.org/officeDocument/2006/relationships/image" Target="/ppt/media/image18.png" Id="rIdImage11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6256000"/>
          </a:xfrm>
          <a:prstGeom xmlns:a="http://schemas.openxmlformats.org/drawingml/2006/main" prst="rect"/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</p:sp>
      <p:sp>
        <p:nvSpPr>
          <p:cNvPr id="3" name="solid-region-native-background-84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715129" y="6904355"/>
            <a:ext cx="1784985" cy="10104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5F1"/>
          </a:solidFill>
          <a:ln xmlns:a="http://schemas.openxmlformats.org/drawingml/2006/main">
            <a:noFill/>
          </a:ln>
        </p:spPr>
      </p:sp>
      <p:grpSp>
        <p:nvGrpSpPr>
          <p:cNvPr id="4" name="scene-unit-region-n2"/>
          <p:cNvGrpSpPr/>
          <p:nvPr/>
        </p:nvGrpSpPr>
        <p:grpSpPr>
          <a:xfrm xmlns:a="http://schemas.openxmlformats.org/drawingml/2006/main">
            <a:off x="447791" y="2693095"/>
            <a:ext cx="11318871" cy="1316043"/>
            <a:chOff x="447791" y="2693095"/>
            <a:chExt cx="11318871" cy="1316043"/>
          </a:xfrm>
        </p:grpSpPr>
        <p:sp>
          <p:nvSpPr>
            <p:cNvPr id="5" name="scene-container-region-n2"/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H="0" flipV="0">
              <a:off x="449061" y="2694365"/>
              <a:ext cx="11316331" cy="1313503"/>
            </a:xfrm>
            <a:custGeom xmlns:a="http://schemas.openxmlformats.org/drawingml/2006/main"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7457" y="0"/>
                  </a:moveTo>
                  <a:lnTo>
                    <a:pt x="21257" y="185"/>
                  </a:lnTo>
                  <a:lnTo>
                    <a:pt x="21514" y="1108"/>
                  </a:lnTo>
                  <a:lnTo>
                    <a:pt x="21600" y="2585"/>
                  </a:lnTo>
                  <a:lnTo>
                    <a:pt x="21600" y="19200"/>
                  </a:lnTo>
                  <a:lnTo>
                    <a:pt x="21407" y="21046"/>
                  </a:lnTo>
                  <a:lnTo>
                    <a:pt x="20979" y="21415"/>
                  </a:lnTo>
                  <a:lnTo>
                    <a:pt x="19607" y="21415"/>
                  </a:lnTo>
                  <a:lnTo>
                    <a:pt x="18364" y="21415"/>
                  </a:lnTo>
                  <a:lnTo>
                    <a:pt x="321" y="21231"/>
                  </a:lnTo>
                  <a:lnTo>
                    <a:pt x="321" y="20862"/>
                  </a:lnTo>
                  <a:lnTo>
                    <a:pt x="171" y="20492"/>
                  </a:lnTo>
                  <a:lnTo>
                    <a:pt x="21" y="18831"/>
                  </a:lnTo>
                  <a:lnTo>
                    <a:pt x="21" y="2585"/>
                  </a:lnTo>
                  <a:lnTo>
                    <a:pt x="193" y="554"/>
                  </a:lnTo>
                  <a:lnTo>
                    <a:pt x="343" y="185"/>
                  </a:lnTo>
                  <a:close/>
                </a:path>
              </a:pathLst>
            </a:custGeom>
            <a:solidFill xmlns:a="http://schemas.openxmlformats.org/drawingml/2006/main">
              <a:srgbClr val="FDF8F4"/>
            </a:solidFill>
            <a:ln xmlns:a="http://schemas.openxmlformats.org/drawingml/2006/main">
              <a:noFill/>
            </a:ln>
          </p:spPr>
        </p:sp>
        <p:sp>
          <p:nvSpPr>
            <p:cNvPr id="6" name="scene-outline-region-n2"/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H="0" flipV="0">
              <a:off x="449061" y="2694365"/>
              <a:ext cx="11316331" cy="1313503"/>
            </a:xfrm>
            <a:custGeom xmlns:a="http://schemas.openxmlformats.org/drawingml/2006/main"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7457" y="0"/>
                  </a:moveTo>
                  <a:lnTo>
                    <a:pt x="21257" y="185"/>
                  </a:lnTo>
                  <a:lnTo>
                    <a:pt x="21514" y="1108"/>
                  </a:lnTo>
                  <a:lnTo>
                    <a:pt x="21600" y="2585"/>
                  </a:lnTo>
                  <a:lnTo>
                    <a:pt x="21600" y="19200"/>
                  </a:lnTo>
                  <a:lnTo>
                    <a:pt x="21407" y="21046"/>
                  </a:lnTo>
                  <a:lnTo>
                    <a:pt x="20979" y="21415"/>
                  </a:lnTo>
                  <a:lnTo>
                    <a:pt x="19607" y="21415"/>
                  </a:lnTo>
                  <a:lnTo>
                    <a:pt x="18364" y="21415"/>
                  </a:lnTo>
                  <a:lnTo>
                    <a:pt x="321" y="21231"/>
                  </a:lnTo>
                  <a:lnTo>
                    <a:pt x="321" y="20862"/>
                  </a:lnTo>
                  <a:lnTo>
                    <a:pt x="171" y="20492"/>
                  </a:lnTo>
                  <a:lnTo>
                    <a:pt x="21" y="18831"/>
                  </a:lnTo>
                  <a:lnTo>
                    <a:pt x="21" y="2585"/>
                  </a:lnTo>
                  <a:lnTo>
                    <a:pt x="193" y="554"/>
                  </a:lnTo>
                  <a:lnTo>
                    <a:pt x="343" y="185"/>
                  </a:lnTo>
                  <a:close/>
                  <a:moveTo>
                    <a:pt x="3214" y="1108"/>
                  </a:moveTo>
                  <a:lnTo>
                    <a:pt x="257" y="1292"/>
                  </a:lnTo>
                  <a:lnTo>
                    <a:pt x="107" y="2954"/>
                  </a:lnTo>
                  <a:lnTo>
                    <a:pt x="129" y="18462"/>
                  </a:lnTo>
                  <a:lnTo>
                    <a:pt x="257" y="19938"/>
                  </a:lnTo>
                  <a:lnTo>
                    <a:pt x="21343" y="19938"/>
                  </a:lnTo>
                  <a:lnTo>
                    <a:pt x="21493" y="18831"/>
                  </a:lnTo>
                  <a:lnTo>
                    <a:pt x="21514" y="17354"/>
                  </a:lnTo>
                  <a:lnTo>
                    <a:pt x="21514" y="2585"/>
                  </a:lnTo>
                  <a:lnTo>
                    <a:pt x="21321" y="1108"/>
                  </a:lnTo>
                  <a:close/>
                </a:path>
              </a:pathLst>
            </a:custGeom>
            <a:solidFill xmlns:a="http://schemas.openxmlformats.org/drawingml/2006/main">
              <a:srgbClr val="FDE9D0"/>
            </a:solidFill>
            <a:ln xmlns:a="http://schemas.openxmlformats.org/drawingml/2006/main">
              <a:noFill/>
            </a:ln>
          </p:spPr>
        </p:sp>
        <p:sp>
          <p:nvSpPr>
            <p:cNvPr id="7" name="scene-outline-region-n2-paint-0"/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H="0" flipV="0">
              <a:off x="449061" y="2694365"/>
              <a:ext cx="11316331" cy="1313503"/>
            </a:xfrm>
            <a:custGeom xmlns:a="http://schemas.openxmlformats.org/drawingml/2006/main"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18364" y="369"/>
                  </a:moveTo>
                  <a:lnTo>
                    <a:pt x="18364" y="554"/>
                  </a:lnTo>
                  <a:lnTo>
                    <a:pt x="21343" y="554"/>
                  </a:lnTo>
                  <a:lnTo>
                    <a:pt x="21386" y="923"/>
                  </a:lnTo>
                  <a:lnTo>
                    <a:pt x="21450" y="1108"/>
                  </a:lnTo>
                  <a:lnTo>
                    <a:pt x="21536" y="1846"/>
                  </a:lnTo>
                  <a:lnTo>
                    <a:pt x="21557" y="2769"/>
                  </a:lnTo>
                  <a:lnTo>
                    <a:pt x="21579" y="2769"/>
                  </a:lnTo>
                  <a:lnTo>
                    <a:pt x="21579" y="18462"/>
                  </a:lnTo>
                  <a:lnTo>
                    <a:pt x="21557" y="18462"/>
                  </a:lnTo>
                  <a:lnTo>
                    <a:pt x="21557" y="19200"/>
                  </a:lnTo>
                  <a:lnTo>
                    <a:pt x="21429" y="20308"/>
                  </a:lnTo>
                  <a:lnTo>
                    <a:pt x="21343" y="20492"/>
                  </a:lnTo>
                  <a:lnTo>
                    <a:pt x="21343" y="20677"/>
                  </a:lnTo>
                  <a:lnTo>
                    <a:pt x="279" y="20677"/>
                  </a:lnTo>
                  <a:lnTo>
                    <a:pt x="236" y="20308"/>
                  </a:lnTo>
                  <a:lnTo>
                    <a:pt x="150" y="20123"/>
                  </a:lnTo>
                  <a:lnTo>
                    <a:pt x="129" y="19569"/>
                  </a:lnTo>
                  <a:lnTo>
                    <a:pt x="64" y="19200"/>
                  </a:lnTo>
                  <a:lnTo>
                    <a:pt x="64" y="18646"/>
                  </a:lnTo>
                  <a:lnTo>
                    <a:pt x="43" y="18646"/>
                  </a:lnTo>
                  <a:lnTo>
                    <a:pt x="43" y="2769"/>
                  </a:lnTo>
                  <a:lnTo>
                    <a:pt x="64" y="2769"/>
                  </a:lnTo>
                  <a:lnTo>
                    <a:pt x="86" y="1846"/>
                  </a:lnTo>
                  <a:lnTo>
                    <a:pt x="214" y="738"/>
                  </a:lnTo>
                  <a:lnTo>
                    <a:pt x="471" y="554"/>
                  </a:lnTo>
                  <a:lnTo>
                    <a:pt x="471" y="369"/>
                  </a:lnTo>
                  <a:close/>
                  <a:moveTo>
                    <a:pt x="7414" y="738"/>
                  </a:moveTo>
                  <a:lnTo>
                    <a:pt x="7414" y="923"/>
                  </a:lnTo>
                  <a:lnTo>
                    <a:pt x="300" y="923"/>
                  </a:lnTo>
                  <a:lnTo>
                    <a:pt x="300" y="1108"/>
                  </a:lnTo>
                  <a:lnTo>
                    <a:pt x="193" y="1292"/>
                  </a:lnTo>
                  <a:lnTo>
                    <a:pt x="129" y="1846"/>
                  </a:lnTo>
                  <a:lnTo>
                    <a:pt x="107" y="2769"/>
                  </a:lnTo>
                  <a:lnTo>
                    <a:pt x="86" y="2769"/>
                  </a:lnTo>
                  <a:lnTo>
                    <a:pt x="86" y="18646"/>
                  </a:lnTo>
                  <a:lnTo>
                    <a:pt x="150" y="19200"/>
                  </a:lnTo>
                  <a:lnTo>
                    <a:pt x="171" y="19754"/>
                  </a:lnTo>
                  <a:lnTo>
                    <a:pt x="279" y="20123"/>
                  </a:lnTo>
                  <a:lnTo>
                    <a:pt x="279" y="20308"/>
                  </a:lnTo>
                  <a:lnTo>
                    <a:pt x="21343" y="20308"/>
                  </a:lnTo>
                  <a:lnTo>
                    <a:pt x="21386" y="19938"/>
                  </a:lnTo>
                  <a:lnTo>
                    <a:pt x="21450" y="19754"/>
                  </a:lnTo>
                  <a:lnTo>
                    <a:pt x="21493" y="19015"/>
                  </a:lnTo>
                  <a:lnTo>
                    <a:pt x="21514" y="19015"/>
                  </a:lnTo>
                  <a:lnTo>
                    <a:pt x="21514" y="18092"/>
                  </a:lnTo>
                  <a:lnTo>
                    <a:pt x="21536" y="18092"/>
                  </a:lnTo>
                  <a:lnTo>
                    <a:pt x="21536" y="2769"/>
                  </a:lnTo>
                  <a:lnTo>
                    <a:pt x="21514" y="2769"/>
                  </a:lnTo>
                  <a:lnTo>
                    <a:pt x="21493" y="2031"/>
                  </a:lnTo>
                  <a:lnTo>
                    <a:pt x="21386" y="1108"/>
                  </a:lnTo>
                  <a:lnTo>
                    <a:pt x="21321" y="1108"/>
                  </a:lnTo>
                  <a:lnTo>
                    <a:pt x="21321" y="923"/>
                  </a:lnTo>
                  <a:lnTo>
                    <a:pt x="10757" y="923"/>
                  </a:lnTo>
                  <a:lnTo>
                    <a:pt x="10757" y="738"/>
                  </a:lnTo>
                  <a:lnTo>
                    <a:pt x="10586" y="923"/>
                  </a:lnTo>
                  <a:lnTo>
                    <a:pt x="10586" y="738"/>
                  </a:lnTo>
                  <a:lnTo>
                    <a:pt x="10414" y="923"/>
                  </a:lnTo>
                  <a:lnTo>
                    <a:pt x="10414" y="738"/>
                  </a:lnTo>
                  <a:lnTo>
                    <a:pt x="10243" y="923"/>
                  </a:lnTo>
                  <a:lnTo>
                    <a:pt x="10243" y="738"/>
                  </a:lnTo>
                  <a:lnTo>
                    <a:pt x="10071" y="923"/>
                  </a:lnTo>
                  <a:lnTo>
                    <a:pt x="10071" y="738"/>
                  </a:lnTo>
                  <a:lnTo>
                    <a:pt x="9900" y="923"/>
                  </a:lnTo>
                  <a:lnTo>
                    <a:pt x="9900" y="738"/>
                  </a:lnTo>
                  <a:lnTo>
                    <a:pt x="9857" y="738"/>
                  </a:lnTo>
                  <a:lnTo>
                    <a:pt x="9857" y="923"/>
                  </a:lnTo>
                  <a:close/>
                </a:path>
              </a:pathLst>
            </a:custGeom>
            <a:solidFill xmlns:a="http://schemas.openxmlformats.org/drawingml/2006/main">
              <a:srgbClr val="CC9B6E"/>
            </a:solidFill>
            <a:ln xmlns:a="http://schemas.openxmlformats.org/drawingml/2006/main">
              <a:noFill/>
            </a:ln>
          </p:spPr>
        </p:sp>
      </p:grpSp>
      <p:grpSp>
        <p:nvGrpSpPr>
          <p:cNvPr id="8" name="scene-unit-region-n9"/>
          <p:cNvGrpSpPr/>
          <p:nvPr/>
        </p:nvGrpSpPr>
        <p:grpSpPr>
          <a:xfrm xmlns:a="http://schemas.openxmlformats.org/drawingml/2006/main">
            <a:off x="268166" y="11730443"/>
            <a:ext cx="3864463" cy="3595026"/>
            <a:chOff x="268166" y="11730443"/>
            <a:chExt cx="3864463" cy="3595026"/>
          </a:xfrm>
        </p:grpSpPr>
        <p:sp>
          <p:nvSpPr>
            <p:cNvPr id="9" name="scene-container-region-n9"/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H="0" flipV="0">
              <a:off x="269436" y="11731713"/>
              <a:ext cx="3861923" cy="3592486"/>
            </a:xfrm>
            <a:custGeom xmlns:a="http://schemas.openxmlformats.org/drawingml/2006/main"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691" y="0"/>
                  </a:moveTo>
                  <a:lnTo>
                    <a:pt x="21223" y="68"/>
                  </a:lnTo>
                  <a:lnTo>
                    <a:pt x="21600" y="540"/>
                  </a:lnTo>
                  <a:lnTo>
                    <a:pt x="21537" y="21060"/>
                  </a:lnTo>
                  <a:lnTo>
                    <a:pt x="21474" y="21330"/>
                  </a:lnTo>
                  <a:lnTo>
                    <a:pt x="21098" y="21600"/>
                  </a:lnTo>
                  <a:lnTo>
                    <a:pt x="377" y="21532"/>
                  </a:lnTo>
                  <a:lnTo>
                    <a:pt x="0" y="21060"/>
                  </a:lnTo>
                  <a:lnTo>
                    <a:pt x="63" y="338"/>
                  </a:lnTo>
                  <a:close/>
                </a:path>
              </a:pathLst>
            </a:custGeom>
            <a:solidFill xmlns:a="http://schemas.openxmlformats.org/drawingml/2006/main">
              <a:srgbClr val="FDFCFC"/>
            </a:solidFill>
            <a:ln xmlns:a="http://schemas.openxmlformats.org/drawingml/2006/main">
              <a:noFill/>
            </a:ln>
          </p:spPr>
        </p:sp>
        <p:sp>
          <p:nvSpPr>
            <p:cNvPr id="10" name="scene-outline-region-n9"/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H="0" flipV="0">
              <a:off x="269436" y="11731713"/>
              <a:ext cx="3861923" cy="3592486"/>
            </a:xfrm>
            <a:custGeom xmlns:a="http://schemas.openxmlformats.org/drawingml/2006/main"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691" y="0"/>
                  </a:moveTo>
                  <a:lnTo>
                    <a:pt x="21223" y="68"/>
                  </a:lnTo>
                  <a:lnTo>
                    <a:pt x="21600" y="540"/>
                  </a:lnTo>
                  <a:lnTo>
                    <a:pt x="21537" y="21060"/>
                  </a:lnTo>
                  <a:lnTo>
                    <a:pt x="21474" y="21330"/>
                  </a:lnTo>
                  <a:lnTo>
                    <a:pt x="21098" y="21600"/>
                  </a:lnTo>
                  <a:lnTo>
                    <a:pt x="377" y="21532"/>
                  </a:lnTo>
                  <a:lnTo>
                    <a:pt x="0" y="21060"/>
                  </a:lnTo>
                  <a:lnTo>
                    <a:pt x="63" y="338"/>
                  </a:lnTo>
                  <a:close/>
                  <a:moveTo>
                    <a:pt x="691" y="338"/>
                  </a:moveTo>
                  <a:lnTo>
                    <a:pt x="377" y="540"/>
                  </a:lnTo>
                  <a:lnTo>
                    <a:pt x="377" y="1148"/>
                  </a:lnTo>
                  <a:lnTo>
                    <a:pt x="251" y="878"/>
                  </a:lnTo>
                  <a:lnTo>
                    <a:pt x="251" y="20992"/>
                  </a:lnTo>
                  <a:lnTo>
                    <a:pt x="502" y="21262"/>
                  </a:lnTo>
                  <a:lnTo>
                    <a:pt x="21223" y="21262"/>
                  </a:lnTo>
                  <a:lnTo>
                    <a:pt x="21349" y="21128"/>
                  </a:lnTo>
                  <a:lnTo>
                    <a:pt x="21223" y="2970"/>
                  </a:lnTo>
                  <a:lnTo>
                    <a:pt x="21286" y="3038"/>
                  </a:lnTo>
                  <a:lnTo>
                    <a:pt x="21286" y="540"/>
                  </a:lnTo>
                  <a:lnTo>
                    <a:pt x="21098" y="338"/>
                  </a:lnTo>
                  <a:lnTo>
                    <a:pt x="21035" y="540"/>
                  </a:lnTo>
                  <a:lnTo>
                    <a:pt x="20595" y="540"/>
                  </a:lnTo>
                  <a:lnTo>
                    <a:pt x="20470" y="338"/>
                  </a:lnTo>
                  <a:lnTo>
                    <a:pt x="20595" y="270"/>
                  </a:lnTo>
                  <a:lnTo>
                    <a:pt x="8414" y="338"/>
                  </a:lnTo>
                  <a:lnTo>
                    <a:pt x="8540" y="405"/>
                  </a:lnTo>
                  <a:close/>
                  <a:moveTo>
                    <a:pt x="3642" y="270"/>
                  </a:moveTo>
                  <a:lnTo>
                    <a:pt x="3642" y="338"/>
                  </a:lnTo>
                  <a:lnTo>
                    <a:pt x="3767" y="338"/>
                  </a:lnTo>
                  <a:lnTo>
                    <a:pt x="3767" y="270"/>
                  </a:lnTo>
                  <a:close/>
                  <a:moveTo>
                    <a:pt x="3893" y="270"/>
                  </a:moveTo>
                  <a:lnTo>
                    <a:pt x="3893" y="338"/>
                  </a:lnTo>
                  <a:lnTo>
                    <a:pt x="4019" y="338"/>
                  </a:lnTo>
                  <a:lnTo>
                    <a:pt x="4019" y="270"/>
                  </a:lnTo>
                  <a:close/>
                  <a:moveTo>
                    <a:pt x="4144" y="270"/>
                  </a:moveTo>
                  <a:lnTo>
                    <a:pt x="4144" y="338"/>
                  </a:lnTo>
                  <a:lnTo>
                    <a:pt x="4270" y="338"/>
                  </a:lnTo>
                  <a:lnTo>
                    <a:pt x="4270" y="270"/>
                  </a:lnTo>
                  <a:close/>
                  <a:moveTo>
                    <a:pt x="4395" y="270"/>
                  </a:moveTo>
                  <a:lnTo>
                    <a:pt x="4395" y="338"/>
                  </a:lnTo>
                  <a:lnTo>
                    <a:pt x="4521" y="338"/>
                  </a:lnTo>
                  <a:lnTo>
                    <a:pt x="4521" y="270"/>
                  </a:lnTo>
                  <a:close/>
                  <a:moveTo>
                    <a:pt x="4647" y="270"/>
                  </a:moveTo>
                  <a:lnTo>
                    <a:pt x="4647" y="338"/>
                  </a:lnTo>
                  <a:lnTo>
                    <a:pt x="4772" y="338"/>
                  </a:lnTo>
                  <a:lnTo>
                    <a:pt x="4772" y="270"/>
                  </a:lnTo>
                  <a:close/>
                  <a:moveTo>
                    <a:pt x="4898" y="270"/>
                  </a:moveTo>
                  <a:lnTo>
                    <a:pt x="4898" y="338"/>
                  </a:lnTo>
                  <a:lnTo>
                    <a:pt x="5023" y="338"/>
                  </a:lnTo>
                  <a:lnTo>
                    <a:pt x="5023" y="270"/>
                  </a:lnTo>
                  <a:close/>
                  <a:moveTo>
                    <a:pt x="5149" y="270"/>
                  </a:moveTo>
                  <a:lnTo>
                    <a:pt x="5149" y="338"/>
                  </a:lnTo>
                  <a:lnTo>
                    <a:pt x="5274" y="338"/>
                  </a:lnTo>
                  <a:lnTo>
                    <a:pt x="5274" y="270"/>
                  </a:lnTo>
                  <a:close/>
                  <a:moveTo>
                    <a:pt x="6593" y="270"/>
                  </a:moveTo>
                  <a:lnTo>
                    <a:pt x="6530" y="270"/>
                  </a:lnTo>
                  <a:lnTo>
                    <a:pt x="6530" y="338"/>
                  </a:lnTo>
                  <a:lnTo>
                    <a:pt x="6593" y="338"/>
                  </a:lnTo>
                  <a:close/>
                  <a:moveTo>
                    <a:pt x="6907" y="270"/>
                  </a:moveTo>
                  <a:lnTo>
                    <a:pt x="6907" y="338"/>
                  </a:lnTo>
                  <a:lnTo>
                    <a:pt x="7033" y="338"/>
                  </a:lnTo>
                  <a:lnTo>
                    <a:pt x="7033" y="270"/>
                  </a:lnTo>
                  <a:close/>
                  <a:moveTo>
                    <a:pt x="7158" y="270"/>
                  </a:moveTo>
                  <a:lnTo>
                    <a:pt x="7158" y="338"/>
                  </a:lnTo>
                  <a:lnTo>
                    <a:pt x="7284" y="338"/>
                  </a:lnTo>
                  <a:lnTo>
                    <a:pt x="7284" y="270"/>
                  </a:lnTo>
                  <a:close/>
                  <a:moveTo>
                    <a:pt x="7723" y="270"/>
                  </a:moveTo>
                  <a:lnTo>
                    <a:pt x="7660" y="270"/>
                  </a:lnTo>
                  <a:lnTo>
                    <a:pt x="7660" y="338"/>
                  </a:lnTo>
                  <a:lnTo>
                    <a:pt x="7723" y="338"/>
                  </a:lnTo>
                  <a:close/>
                  <a:moveTo>
                    <a:pt x="20721" y="270"/>
                  </a:moveTo>
                  <a:lnTo>
                    <a:pt x="20721" y="338"/>
                  </a:lnTo>
                  <a:lnTo>
                    <a:pt x="21035" y="338"/>
                  </a:lnTo>
                  <a:lnTo>
                    <a:pt x="21035" y="270"/>
                  </a:lnTo>
                  <a:close/>
                </a:path>
              </a:pathLst>
            </a:custGeom>
            <a:solidFill xmlns:a="http://schemas.openxmlformats.org/drawingml/2006/main">
              <a:srgbClr val="FAEAD7"/>
            </a:solidFill>
            <a:ln xmlns:a="http://schemas.openxmlformats.org/drawingml/2006/main">
              <a:noFill/>
            </a:ln>
          </p:spPr>
        </p:sp>
        <p:sp>
          <p:nvSpPr>
            <p:cNvPr id="11" name="scene-outline-region-n9-paint-0"/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H="0" flipV="0">
              <a:off x="269436" y="11731713"/>
              <a:ext cx="3861923" cy="3592486"/>
            </a:xfrm>
            <a:custGeom xmlns:a="http://schemas.openxmlformats.org/drawingml/2006/main"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2637" y="135"/>
                  </a:moveTo>
                  <a:lnTo>
                    <a:pt x="2637" y="68"/>
                  </a:lnTo>
                  <a:lnTo>
                    <a:pt x="4521" y="135"/>
                  </a:lnTo>
                  <a:lnTo>
                    <a:pt x="4521" y="68"/>
                  </a:lnTo>
                  <a:lnTo>
                    <a:pt x="21035" y="68"/>
                  </a:lnTo>
                  <a:lnTo>
                    <a:pt x="21160" y="202"/>
                  </a:lnTo>
                  <a:lnTo>
                    <a:pt x="21349" y="270"/>
                  </a:lnTo>
                  <a:lnTo>
                    <a:pt x="21412" y="472"/>
                  </a:lnTo>
                  <a:lnTo>
                    <a:pt x="21474" y="472"/>
                  </a:lnTo>
                  <a:lnTo>
                    <a:pt x="21474" y="743"/>
                  </a:lnTo>
                  <a:lnTo>
                    <a:pt x="21537" y="743"/>
                  </a:lnTo>
                  <a:lnTo>
                    <a:pt x="21537" y="20992"/>
                  </a:lnTo>
                  <a:lnTo>
                    <a:pt x="21474" y="20992"/>
                  </a:lnTo>
                  <a:lnTo>
                    <a:pt x="21412" y="21262"/>
                  </a:lnTo>
                  <a:lnTo>
                    <a:pt x="21223" y="21465"/>
                  </a:lnTo>
                  <a:lnTo>
                    <a:pt x="21098" y="21465"/>
                  </a:lnTo>
                  <a:lnTo>
                    <a:pt x="21098" y="21532"/>
                  </a:lnTo>
                  <a:lnTo>
                    <a:pt x="502" y="21532"/>
                  </a:lnTo>
                  <a:lnTo>
                    <a:pt x="314" y="21330"/>
                  </a:lnTo>
                  <a:lnTo>
                    <a:pt x="440" y="21330"/>
                  </a:lnTo>
                  <a:lnTo>
                    <a:pt x="440" y="21398"/>
                  </a:lnTo>
                  <a:lnTo>
                    <a:pt x="2449" y="21465"/>
                  </a:lnTo>
                  <a:lnTo>
                    <a:pt x="2449" y="21398"/>
                  </a:lnTo>
                  <a:lnTo>
                    <a:pt x="4458" y="21398"/>
                  </a:lnTo>
                  <a:lnTo>
                    <a:pt x="4458" y="21465"/>
                  </a:lnTo>
                  <a:lnTo>
                    <a:pt x="20533" y="21465"/>
                  </a:lnTo>
                  <a:lnTo>
                    <a:pt x="20533" y="21398"/>
                  </a:lnTo>
                  <a:lnTo>
                    <a:pt x="21160" y="21398"/>
                  </a:lnTo>
                  <a:lnTo>
                    <a:pt x="21349" y="21195"/>
                  </a:lnTo>
                  <a:lnTo>
                    <a:pt x="21349" y="21060"/>
                  </a:lnTo>
                  <a:lnTo>
                    <a:pt x="21412" y="21060"/>
                  </a:lnTo>
                  <a:lnTo>
                    <a:pt x="21412" y="540"/>
                  </a:lnTo>
                  <a:lnTo>
                    <a:pt x="21098" y="202"/>
                  </a:lnTo>
                  <a:lnTo>
                    <a:pt x="502" y="202"/>
                  </a:lnTo>
                  <a:lnTo>
                    <a:pt x="502" y="135"/>
                  </a:lnTo>
                  <a:close/>
                  <a:moveTo>
                    <a:pt x="502" y="202"/>
                  </a:moveTo>
                  <a:lnTo>
                    <a:pt x="188" y="540"/>
                  </a:lnTo>
                  <a:lnTo>
                    <a:pt x="188" y="675"/>
                  </a:lnTo>
                  <a:lnTo>
                    <a:pt x="126" y="675"/>
                  </a:lnTo>
                  <a:lnTo>
                    <a:pt x="126" y="20992"/>
                  </a:lnTo>
                  <a:lnTo>
                    <a:pt x="251" y="21128"/>
                  </a:lnTo>
                  <a:lnTo>
                    <a:pt x="314" y="21330"/>
                  </a:lnTo>
                  <a:lnTo>
                    <a:pt x="188" y="21330"/>
                  </a:lnTo>
                  <a:lnTo>
                    <a:pt x="126" y="21060"/>
                  </a:lnTo>
                  <a:lnTo>
                    <a:pt x="63" y="21060"/>
                  </a:lnTo>
                  <a:lnTo>
                    <a:pt x="63" y="540"/>
                  </a:lnTo>
                  <a:lnTo>
                    <a:pt x="314" y="270"/>
                  </a:lnTo>
                  <a:lnTo>
                    <a:pt x="314" y="202"/>
                  </a:lnTo>
                  <a:close/>
                </a:path>
              </a:pathLst>
            </a:custGeom>
            <a:solidFill xmlns:a="http://schemas.openxmlformats.org/drawingml/2006/main">
              <a:srgbClr val="D7BBA0"/>
            </a:solidFill>
            <a:ln xmlns:a="http://schemas.openxmlformats.org/drawingml/2006/main">
              <a:noFill/>
            </a:ln>
          </p:spPr>
        </p:sp>
      </p:grpSp>
      <p:grpSp>
        <p:nvGrpSpPr>
          <p:cNvPr id="12" name="scene-unit-region-n11"/>
          <p:cNvGrpSpPr/>
          <p:nvPr/>
        </p:nvGrpSpPr>
        <p:grpSpPr>
          <a:xfrm xmlns:a="http://schemas.openxmlformats.org/drawingml/2006/main">
            <a:off x="8081824" y="11730443"/>
            <a:ext cx="3853236" cy="3595026"/>
            <a:chOff x="8081824" y="11730443"/>
            <a:chExt cx="3853236" cy="3595026"/>
          </a:xfrm>
        </p:grpSpPr>
        <p:sp>
          <p:nvSpPr>
            <p:cNvPr id="13" name="scene-container-region-n11"/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H="0" flipV="0">
              <a:off x="8083094" y="11731713"/>
              <a:ext cx="3850696" cy="3592486"/>
            </a:xfrm>
            <a:custGeom xmlns:a="http://schemas.openxmlformats.org/drawingml/2006/main"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630" y="0"/>
                  </a:moveTo>
                  <a:lnTo>
                    <a:pt x="21159" y="68"/>
                  </a:lnTo>
                  <a:lnTo>
                    <a:pt x="21537" y="608"/>
                  </a:lnTo>
                  <a:lnTo>
                    <a:pt x="21537" y="21262"/>
                  </a:lnTo>
                  <a:lnTo>
                    <a:pt x="21222" y="21532"/>
                  </a:lnTo>
                  <a:lnTo>
                    <a:pt x="378" y="21532"/>
                  </a:lnTo>
                  <a:lnTo>
                    <a:pt x="63" y="21128"/>
                  </a:lnTo>
                  <a:lnTo>
                    <a:pt x="63" y="202"/>
                  </a:lnTo>
                  <a:close/>
                </a:path>
              </a:pathLst>
            </a:custGeom>
            <a:solidFill xmlns:a="http://schemas.openxmlformats.org/drawingml/2006/main">
              <a:srgbClr val="FDFCFE"/>
            </a:solidFill>
            <a:ln xmlns:a="http://schemas.openxmlformats.org/drawingml/2006/main">
              <a:noFill/>
            </a:ln>
          </p:spPr>
        </p:sp>
        <p:sp>
          <p:nvSpPr>
            <p:cNvPr id="14" name="scene-outline-region-n11"/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H="0" flipV="0">
              <a:off x="8083094" y="11731713"/>
              <a:ext cx="3850696" cy="3592486"/>
            </a:xfrm>
            <a:custGeom xmlns:a="http://schemas.openxmlformats.org/drawingml/2006/main"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630" y="0"/>
                  </a:moveTo>
                  <a:lnTo>
                    <a:pt x="21159" y="68"/>
                  </a:lnTo>
                  <a:lnTo>
                    <a:pt x="21537" y="608"/>
                  </a:lnTo>
                  <a:lnTo>
                    <a:pt x="21537" y="21262"/>
                  </a:lnTo>
                  <a:lnTo>
                    <a:pt x="21222" y="21532"/>
                  </a:lnTo>
                  <a:lnTo>
                    <a:pt x="378" y="21532"/>
                  </a:lnTo>
                  <a:lnTo>
                    <a:pt x="63" y="21128"/>
                  </a:lnTo>
                  <a:lnTo>
                    <a:pt x="63" y="202"/>
                  </a:lnTo>
                  <a:close/>
                  <a:moveTo>
                    <a:pt x="567" y="405"/>
                  </a:moveTo>
                  <a:lnTo>
                    <a:pt x="441" y="540"/>
                  </a:lnTo>
                  <a:lnTo>
                    <a:pt x="315" y="11407"/>
                  </a:lnTo>
                  <a:lnTo>
                    <a:pt x="252" y="1215"/>
                  </a:lnTo>
                  <a:lnTo>
                    <a:pt x="315" y="20655"/>
                  </a:lnTo>
                  <a:lnTo>
                    <a:pt x="378" y="15998"/>
                  </a:lnTo>
                  <a:lnTo>
                    <a:pt x="441" y="21128"/>
                  </a:lnTo>
                  <a:lnTo>
                    <a:pt x="567" y="21262"/>
                  </a:lnTo>
                  <a:lnTo>
                    <a:pt x="441" y="21330"/>
                  </a:lnTo>
                  <a:lnTo>
                    <a:pt x="19396" y="21262"/>
                  </a:lnTo>
                  <a:lnTo>
                    <a:pt x="13224" y="21195"/>
                  </a:lnTo>
                  <a:lnTo>
                    <a:pt x="21222" y="21262"/>
                  </a:lnTo>
                  <a:lnTo>
                    <a:pt x="21285" y="21195"/>
                  </a:lnTo>
                  <a:lnTo>
                    <a:pt x="21348" y="608"/>
                  </a:lnTo>
                  <a:lnTo>
                    <a:pt x="21159" y="338"/>
                  </a:lnTo>
                  <a:lnTo>
                    <a:pt x="882" y="270"/>
                  </a:lnTo>
                  <a:close/>
                  <a:moveTo>
                    <a:pt x="19522" y="21330"/>
                  </a:moveTo>
                  <a:lnTo>
                    <a:pt x="19648" y="21330"/>
                  </a:lnTo>
                  <a:lnTo>
                    <a:pt x="19648" y="21262"/>
                  </a:lnTo>
                  <a:lnTo>
                    <a:pt x="19522" y="21262"/>
                  </a:lnTo>
                  <a:close/>
                  <a:moveTo>
                    <a:pt x="19774" y="21330"/>
                  </a:moveTo>
                  <a:lnTo>
                    <a:pt x="19900" y="21330"/>
                  </a:lnTo>
                  <a:lnTo>
                    <a:pt x="19900" y="21262"/>
                  </a:lnTo>
                  <a:lnTo>
                    <a:pt x="19774" y="21262"/>
                  </a:lnTo>
                  <a:close/>
                </a:path>
              </a:pathLst>
            </a:custGeom>
            <a:solidFill xmlns:a="http://schemas.openxmlformats.org/drawingml/2006/main">
              <a:srgbClr val="E1F7FD"/>
            </a:solidFill>
            <a:ln xmlns:a="http://schemas.openxmlformats.org/drawingml/2006/main">
              <a:noFill/>
            </a:ln>
          </p:spPr>
        </p:sp>
        <p:sp>
          <p:nvSpPr>
            <p:cNvPr id="15" name="scene-outline-region-n11-paint-0"/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H="0" flipV="0">
              <a:off x="8083094" y="11731713"/>
              <a:ext cx="3850696" cy="3592486"/>
            </a:xfrm>
            <a:custGeom xmlns:a="http://schemas.openxmlformats.org/drawingml/2006/main"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756" y="135"/>
                  </a:moveTo>
                  <a:lnTo>
                    <a:pt x="756" y="68"/>
                  </a:lnTo>
                  <a:lnTo>
                    <a:pt x="20970" y="68"/>
                  </a:lnTo>
                  <a:lnTo>
                    <a:pt x="20970" y="135"/>
                  </a:lnTo>
                  <a:lnTo>
                    <a:pt x="21285" y="202"/>
                  </a:lnTo>
                  <a:lnTo>
                    <a:pt x="21411" y="338"/>
                  </a:lnTo>
                  <a:lnTo>
                    <a:pt x="21474" y="608"/>
                  </a:lnTo>
                  <a:lnTo>
                    <a:pt x="21537" y="608"/>
                  </a:lnTo>
                  <a:lnTo>
                    <a:pt x="21537" y="20992"/>
                  </a:lnTo>
                  <a:lnTo>
                    <a:pt x="21474" y="20992"/>
                  </a:lnTo>
                  <a:lnTo>
                    <a:pt x="21474" y="21195"/>
                  </a:lnTo>
                  <a:lnTo>
                    <a:pt x="21222" y="21465"/>
                  </a:lnTo>
                  <a:lnTo>
                    <a:pt x="21033" y="21465"/>
                  </a:lnTo>
                  <a:lnTo>
                    <a:pt x="21033" y="21532"/>
                  </a:lnTo>
                  <a:lnTo>
                    <a:pt x="567" y="21532"/>
                  </a:lnTo>
                  <a:lnTo>
                    <a:pt x="567" y="21465"/>
                  </a:lnTo>
                  <a:lnTo>
                    <a:pt x="378" y="21465"/>
                  </a:lnTo>
                  <a:lnTo>
                    <a:pt x="126" y="21195"/>
                  </a:lnTo>
                  <a:lnTo>
                    <a:pt x="126" y="20992"/>
                  </a:lnTo>
                  <a:lnTo>
                    <a:pt x="63" y="20992"/>
                  </a:lnTo>
                  <a:lnTo>
                    <a:pt x="63" y="608"/>
                  </a:lnTo>
                  <a:lnTo>
                    <a:pt x="126" y="608"/>
                  </a:lnTo>
                  <a:lnTo>
                    <a:pt x="126" y="405"/>
                  </a:lnTo>
                  <a:lnTo>
                    <a:pt x="315" y="202"/>
                  </a:lnTo>
                  <a:close/>
                  <a:moveTo>
                    <a:pt x="567" y="202"/>
                  </a:moveTo>
                  <a:lnTo>
                    <a:pt x="441" y="338"/>
                  </a:lnTo>
                  <a:lnTo>
                    <a:pt x="252" y="405"/>
                  </a:lnTo>
                  <a:lnTo>
                    <a:pt x="252" y="608"/>
                  </a:lnTo>
                  <a:lnTo>
                    <a:pt x="189" y="608"/>
                  </a:lnTo>
                  <a:lnTo>
                    <a:pt x="189" y="21060"/>
                  </a:lnTo>
                  <a:lnTo>
                    <a:pt x="504" y="21398"/>
                  </a:lnTo>
                  <a:lnTo>
                    <a:pt x="21096" y="21398"/>
                  </a:lnTo>
                  <a:lnTo>
                    <a:pt x="21285" y="21195"/>
                  </a:lnTo>
                  <a:lnTo>
                    <a:pt x="21348" y="21195"/>
                  </a:lnTo>
                  <a:lnTo>
                    <a:pt x="21348" y="21060"/>
                  </a:lnTo>
                  <a:lnTo>
                    <a:pt x="21411" y="21060"/>
                  </a:lnTo>
                  <a:lnTo>
                    <a:pt x="21411" y="608"/>
                  </a:lnTo>
                  <a:lnTo>
                    <a:pt x="21348" y="608"/>
                  </a:lnTo>
                  <a:lnTo>
                    <a:pt x="21285" y="338"/>
                  </a:lnTo>
                  <a:lnTo>
                    <a:pt x="21033" y="270"/>
                  </a:lnTo>
                  <a:lnTo>
                    <a:pt x="21033" y="202"/>
                  </a:lnTo>
                  <a:close/>
                </a:path>
              </a:pathLst>
            </a:custGeom>
            <a:solidFill xmlns:a="http://schemas.openxmlformats.org/drawingml/2006/main">
              <a:srgbClr val="96BACF"/>
            </a:solidFill>
            <a:ln xmlns:a="http://schemas.openxmlformats.org/drawingml/2006/main">
              <a:noFill/>
            </a:ln>
          </p:spPr>
        </p:sp>
      </p:grpSp>
      <p:grpSp>
        <p:nvGrpSpPr>
          <p:cNvPr id="16" name="scene-unit-region-n10"/>
          <p:cNvGrpSpPr/>
          <p:nvPr/>
        </p:nvGrpSpPr>
        <p:grpSpPr>
          <a:xfrm xmlns:a="http://schemas.openxmlformats.org/drawingml/2006/main">
            <a:off x="4253581" y="11741669"/>
            <a:ext cx="3707291" cy="3583800"/>
            <a:chOff x="4253581" y="11741669"/>
            <a:chExt cx="3707291" cy="3583800"/>
          </a:xfrm>
        </p:grpSpPr>
        <p:sp>
          <p:nvSpPr>
            <p:cNvPr id="17" name="scene-container-region-n10"/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H="0" flipV="0">
              <a:off x="4254851" y="11742939"/>
              <a:ext cx="3704751" cy="3581260"/>
            </a:xfrm>
            <a:custGeom xmlns:a="http://schemas.openxmlformats.org/drawingml/2006/main"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458" y="0"/>
                  </a:moveTo>
                  <a:lnTo>
                    <a:pt x="21273" y="68"/>
                  </a:lnTo>
                  <a:lnTo>
                    <a:pt x="21535" y="474"/>
                  </a:lnTo>
                  <a:lnTo>
                    <a:pt x="21535" y="21261"/>
                  </a:lnTo>
                  <a:lnTo>
                    <a:pt x="21207" y="21532"/>
                  </a:lnTo>
                  <a:lnTo>
                    <a:pt x="393" y="21532"/>
                  </a:lnTo>
                  <a:lnTo>
                    <a:pt x="65" y="21261"/>
                  </a:lnTo>
                  <a:lnTo>
                    <a:pt x="65" y="339"/>
                  </a:lnTo>
                  <a:close/>
                </a:path>
              </a:pathLst>
            </a:custGeom>
            <a:solidFill xmlns:a="http://schemas.openxmlformats.org/drawingml/2006/main">
              <a:srgbClr val="FCFCFC"/>
            </a:solidFill>
            <a:ln xmlns:a="http://schemas.openxmlformats.org/drawingml/2006/main">
              <a:noFill/>
            </a:ln>
          </p:spPr>
        </p:sp>
        <p:sp>
          <p:nvSpPr>
            <p:cNvPr id="18" name="scene-outline-region-n10"/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H="0" flipV="0">
              <a:off x="4254851" y="11742939"/>
              <a:ext cx="3704751" cy="3581260"/>
            </a:xfrm>
            <a:custGeom xmlns:a="http://schemas.openxmlformats.org/drawingml/2006/main"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458" y="0"/>
                  </a:moveTo>
                  <a:lnTo>
                    <a:pt x="21273" y="68"/>
                  </a:lnTo>
                  <a:lnTo>
                    <a:pt x="21535" y="474"/>
                  </a:lnTo>
                  <a:lnTo>
                    <a:pt x="21535" y="21261"/>
                  </a:lnTo>
                  <a:lnTo>
                    <a:pt x="21207" y="21532"/>
                  </a:lnTo>
                  <a:lnTo>
                    <a:pt x="393" y="21532"/>
                  </a:lnTo>
                  <a:lnTo>
                    <a:pt x="65" y="21261"/>
                  </a:lnTo>
                  <a:lnTo>
                    <a:pt x="65" y="339"/>
                  </a:lnTo>
                  <a:close/>
                  <a:moveTo>
                    <a:pt x="524" y="271"/>
                  </a:moveTo>
                  <a:lnTo>
                    <a:pt x="262" y="542"/>
                  </a:lnTo>
                  <a:lnTo>
                    <a:pt x="262" y="21126"/>
                  </a:lnTo>
                  <a:lnTo>
                    <a:pt x="524" y="21397"/>
                  </a:lnTo>
                  <a:lnTo>
                    <a:pt x="21142" y="21329"/>
                  </a:lnTo>
                  <a:lnTo>
                    <a:pt x="21273" y="21261"/>
                  </a:lnTo>
                  <a:lnTo>
                    <a:pt x="21404" y="20449"/>
                  </a:lnTo>
                  <a:lnTo>
                    <a:pt x="21338" y="20381"/>
                  </a:lnTo>
                  <a:lnTo>
                    <a:pt x="21338" y="406"/>
                  </a:lnTo>
                  <a:lnTo>
                    <a:pt x="21076" y="203"/>
                  </a:lnTo>
                  <a:lnTo>
                    <a:pt x="655" y="203"/>
                  </a:lnTo>
                  <a:close/>
                </a:path>
              </a:pathLst>
            </a:custGeom>
            <a:solidFill xmlns:a="http://schemas.openxmlformats.org/drawingml/2006/main">
              <a:srgbClr val="CBE8DA"/>
            </a:solidFill>
            <a:ln xmlns:a="http://schemas.openxmlformats.org/drawingml/2006/main">
              <a:noFill/>
            </a:ln>
          </p:spPr>
        </p:sp>
        <p:sp>
          <p:nvSpPr>
            <p:cNvPr id="19" name="scene-outline-region-n10-paint-0"/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H="0" flipV="0">
              <a:off x="4254851" y="11742939"/>
              <a:ext cx="3704751" cy="3581260"/>
            </a:xfrm>
            <a:custGeom xmlns:a="http://schemas.openxmlformats.org/drawingml/2006/main"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458" y="68"/>
                  </a:moveTo>
                  <a:lnTo>
                    <a:pt x="21142" y="68"/>
                  </a:lnTo>
                  <a:lnTo>
                    <a:pt x="21142" y="135"/>
                  </a:lnTo>
                  <a:lnTo>
                    <a:pt x="524" y="135"/>
                  </a:lnTo>
                  <a:lnTo>
                    <a:pt x="262" y="406"/>
                  </a:lnTo>
                  <a:lnTo>
                    <a:pt x="196" y="406"/>
                  </a:lnTo>
                  <a:lnTo>
                    <a:pt x="262" y="203"/>
                  </a:lnTo>
                  <a:lnTo>
                    <a:pt x="458" y="135"/>
                  </a:lnTo>
                  <a:close/>
                  <a:moveTo>
                    <a:pt x="196" y="406"/>
                  </a:moveTo>
                  <a:lnTo>
                    <a:pt x="196" y="609"/>
                  </a:lnTo>
                  <a:lnTo>
                    <a:pt x="131" y="609"/>
                  </a:lnTo>
                  <a:lnTo>
                    <a:pt x="131" y="20991"/>
                  </a:lnTo>
                  <a:lnTo>
                    <a:pt x="196" y="20991"/>
                  </a:lnTo>
                  <a:lnTo>
                    <a:pt x="196" y="21194"/>
                  </a:lnTo>
                  <a:lnTo>
                    <a:pt x="131" y="21194"/>
                  </a:lnTo>
                  <a:lnTo>
                    <a:pt x="131" y="21058"/>
                  </a:lnTo>
                  <a:lnTo>
                    <a:pt x="65" y="21058"/>
                  </a:lnTo>
                  <a:lnTo>
                    <a:pt x="65" y="542"/>
                  </a:lnTo>
                  <a:close/>
                  <a:moveTo>
                    <a:pt x="21142" y="135"/>
                  </a:moveTo>
                  <a:lnTo>
                    <a:pt x="21338" y="203"/>
                  </a:lnTo>
                  <a:lnTo>
                    <a:pt x="21404" y="406"/>
                  </a:lnTo>
                  <a:close/>
                  <a:moveTo>
                    <a:pt x="196" y="21194"/>
                  </a:moveTo>
                  <a:lnTo>
                    <a:pt x="262" y="21194"/>
                  </a:lnTo>
                  <a:lnTo>
                    <a:pt x="262" y="21261"/>
                  </a:lnTo>
                  <a:lnTo>
                    <a:pt x="196" y="21261"/>
                  </a:lnTo>
                  <a:close/>
                  <a:moveTo>
                    <a:pt x="262" y="21261"/>
                  </a:moveTo>
                  <a:lnTo>
                    <a:pt x="393" y="21397"/>
                  </a:lnTo>
                  <a:lnTo>
                    <a:pt x="262" y="21397"/>
                  </a:lnTo>
                  <a:close/>
                  <a:moveTo>
                    <a:pt x="393" y="21397"/>
                  </a:moveTo>
                  <a:lnTo>
                    <a:pt x="589" y="21397"/>
                  </a:lnTo>
                  <a:lnTo>
                    <a:pt x="589" y="21465"/>
                  </a:lnTo>
                  <a:lnTo>
                    <a:pt x="393" y="21465"/>
                  </a:lnTo>
                  <a:close/>
                  <a:moveTo>
                    <a:pt x="21404" y="406"/>
                  </a:moveTo>
                  <a:lnTo>
                    <a:pt x="21535" y="542"/>
                  </a:lnTo>
                  <a:lnTo>
                    <a:pt x="21535" y="20991"/>
                  </a:lnTo>
                  <a:lnTo>
                    <a:pt x="21469" y="20991"/>
                  </a:lnTo>
                  <a:lnTo>
                    <a:pt x="21469" y="609"/>
                  </a:lnTo>
                  <a:lnTo>
                    <a:pt x="21404" y="609"/>
                  </a:lnTo>
                  <a:close/>
                  <a:moveTo>
                    <a:pt x="655" y="21465"/>
                  </a:moveTo>
                  <a:lnTo>
                    <a:pt x="21011" y="21465"/>
                  </a:lnTo>
                  <a:lnTo>
                    <a:pt x="21011" y="21397"/>
                  </a:lnTo>
                  <a:lnTo>
                    <a:pt x="21142" y="21397"/>
                  </a:lnTo>
                  <a:lnTo>
                    <a:pt x="21076" y="21532"/>
                  </a:lnTo>
                  <a:lnTo>
                    <a:pt x="655" y="21532"/>
                  </a:lnTo>
                  <a:close/>
                  <a:moveTo>
                    <a:pt x="21469" y="20991"/>
                  </a:moveTo>
                  <a:lnTo>
                    <a:pt x="21469" y="21194"/>
                  </a:lnTo>
                  <a:lnTo>
                    <a:pt x="21338" y="21261"/>
                  </a:lnTo>
                  <a:lnTo>
                    <a:pt x="21338" y="21126"/>
                  </a:lnTo>
                  <a:close/>
                  <a:moveTo>
                    <a:pt x="21207" y="21329"/>
                  </a:moveTo>
                  <a:lnTo>
                    <a:pt x="21273" y="21329"/>
                  </a:lnTo>
                  <a:lnTo>
                    <a:pt x="21273" y="21397"/>
                  </a:lnTo>
                  <a:lnTo>
                    <a:pt x="21207" y="21397"/>
                  </a:lnTo>
                  <a:close/>
                </a:path>
              </a:pathLst>
            </a:custGeom>
            <a:solidFill xmlns:a="http://schemas.openxmlformats.org/drawingml/2006/main">
              <a:srgbClr val="89AA9A"/>
            </a:solidFill>
            <a:ln xmlns:a="http://schemas.openxmlformats.org/drawingml/2006/main">
              <a:noFill/>
            </a:ln>
          </p:spPr>
        </p:sp>
      </p:grpSp>
      <p:grpSp>
        <p:nvGrpSpPr>
          <p:cNvPr id="20" name="scene-unit-object-n120"/>
          <p:cNvGrpSpPr/>
          <p:nvPr/>
        </p:nvGrpSpPr>
        <p:grpSpPr>
          <a:xfrm xmlns:a="http://schemas.openxmlformats.org/drawingml/2006/main">
            <a:off x="8744189" y="9170796"/>
            <a:ext cx="3044927" cy="2146805"/>
            <a:chOff x="8744189" y="9170796"/>
            <a:chExt cx="3044927" cy="2146805"/>
          </a:xfrm>
        </p:grpSpPr>
        <p:sp>
          <p:nvSpPr>
            <p:cNvPr id="21" name="scene-container-object-n120"/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H="0" flipV="0">
              <a:off x="8745459" y="9172066"/>
              <a:ext cx="3042387" cy="2144265"/>
            </a:xfrm>
            <a:custGeom xmlns:a="http://schemas.openxmlformats.org/drawingml/2006/main"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717" y="0"/>
                  </a:moveTo>
                  <a:lnTo>
                    <a:pt x="21122" y="226"/>
                  </a:lnTo>
                  <a:lnTo>
                    <a:pt x="21600" y="1018"/>
                  </a:lnTo>
                  <a:lnTo>
                    <a:pt x="21520" y="20921"/>
                  </a:lnTo>
                  <a:lnTo>
                    <a:pt x="21441" y="21148"/>
                  </a:lnTo>
                  <a:lnTo>
                    <a:pt x="21042" y="21600"/>
                  </a:lnTo>
                  <a:lnTo>
                    <a:pt x="638" y="21487"/>
                  </a:lnTo>
                  <a:lnTo>
                    <a:pt x="80" y="20921"/>
                  </a:lnTo>
                  <a:lnTo>
                    <a:pt x="80" y="792"/>
                  </a:lnTo>
                  <a:lnTo>
                    <a:pt x="478" y="113"/>
                  </a:lnTo>
                  <a:close/>
                </a:path>
              </a:pathLst>
            </a:custGeom>
            <a:solidFill xmlns:a="http://schemas.openxmlformats.org/drawingml/2006/main">
              <a:srgbClr val="EEF8FD"/>
            </a:solidFill>
            <a:ln xmlns:a="http://schemas.openxmlformats.org/drawingml/2006/main">
              <a:noFill/>
            </a:ln>
          </p:spPr>
        </p:sp>
        <p:sp>
          <p:nvSpPr>
            <p:cNvPr id="22" name="scene-outline-object-n120"/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H="0" flipV="0">
              <a:off x="8745459" y="9172066"/>
              <a:ext cx="3042387" cy="2144265"/>
            </a:xfrm>
            <a:custGeom xmlns:a="http://schemas.openxmlformats.org/drawingml/2006/main"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717" y="0"/>
                  </a:moveTo>
                  <a:lnTo>
                    <a:pt x="21122" y="226"/>
                  </a:lnTo>
                  <a:lnTo>
                    <a:pt x="21600" y="1018"/>
                  </a:lnTo>
                  <a:lnTo>
                    <a:pt x="21520" y="20921"/>
                  </a:lnTo>
                  <a:lnTo>
                    <a:pt x="21441" y="21148"/>
                  </a:lnTo>
                  <a:lnTo>
                    <a:pt x="21042" y="21600"/>
                  </a:lnTo>
                  <a:lnTo>
                    <a:pt x="638" y="21487"/>
                  </a:lnTo>
                  <a:lnTo>
                    <a:pt x="80" y="20921"/>
                  </a:lnTo>
                  <a:lnTo>
                    <a:pt x="80" y="792"/>
                  </a:lnTo>
                  <a:lnTo>
                    <a:pt x="478" y="113"/>
                  </a:lnTo>
                  <a:close/>
                  <a:moveTo>
                    <a:pt x="797" y="339"/>
                  </a:moveTo>
                  <a:lnTo>
                    <a:pt x="239" y="1018"/>
                  </a:lnTo>
                  <a:lnTo>
                    <a:pt x="239" y="20469"/>
                  </a:lnTo>
                  <a:lnTo>
                    <a:pt x="478" y="21035"/>
                  </a:lnTo>
                  <a:lnTo>
                    <a:pt x="20883" y="21261"/>
                  </a:lnTo>
                  <a:lnTo>
                    <a:pt x="21281" y="20921"/>
                  </a:lnTo>
                  <a:lnTo>
                    <a:pt x="21361" y="1018"/>
                  </a:lnTo>
                  <a:lnTo>
                    <a:pt x="21122" y="565"/>
                  </a:lnTo>
                  <a:close/>
                </a:path>
              </a:pathLst>
            </a:custGeom>
            <a:solidFill xmlns:a="http://schemas.openxmlformats.org/drawingml/2006/main">
              <a:srgbClr val="BEDAEA"/>
            </a:solidFill>
            <a:ln xmlns:a="http://schemas.openxmlformats.org/drawingml/2006/main">
              <a:noFill/>
            </a:ln>
          </p:spPr>
        </p:sp>
        <p:sp>
          <p:nvSpPr>
            <p:cNvPr id="23" name="scene-outline-object-n120-paint-0"/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H="0" flipV="0">
              <a:off x="8745459" y="9172066"/>
              <a:ext cx="3042387" cy="2144265"/>
            </a:xfrm>
            <a:custGeom xmlns:a="http://schemas.openxmlformats.org/drawingml/2006/main"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717" y="113"/>
                  </a:moveTo>
                  <a:lnTo>
                    <a:pt x="20883" y="226"/>
                  </a:lnTo>
                  <a:lnTo>
                    <a:pt x="20883" y="339"/>
                  </a:lnTo>
                  <a:lnTo>
                    <a:pt x="21201" y="452"/>
                  </a:lnTo>
                  <a:lnTo>
                    <a:pt x="21441" y="792"/>
                  </a:lnTo>
                  <a:lnTo>
                    <a:pt x="21441" y="1018"/>
                  </a:lnTo>
                  <a:lnTo>
                    <a:pt x="21520" y="1018"/>
                  </a:lnTo>
                  <a:lnTo>
                    <a:pt x="21520" y="20695"/>
                  </a:lnTo>
                  <a:lnTo>
                    <a:pt x="21441" y="20695"/>
                  </a:lnTo>
                  <a:lnTo>
                    <a:pt x="21441" y="21035"/>
                  </a:lnTo>
                  <a:lnTo>
                    <a:pt x="21281" y="21261"/>
                  </a:lnTo>
                  <a:lnTo>
                    <a:pt x="20962" y="21374"/>
                  </a:lnTo>
                  <a:lnTo>
                    <a:pt x="20962" y="21487"/>
                  </a:lnTo>
                  <a:lnTo>
                    <a:pt x="877" y="21487"/>
                  </a:lnTo>
                  <a:lnTo>
                    <a:pt x="877" y="21374"/>
                  </a:lnTo>
                  <a:lnTo>
                    <a:pt x="399" y="21261"/>
                  </a:lnTo>
                  <a:lnTo>
                    <a:pt x="239" y="21035"/>
                  </a:lnTo>
                  <a:lnTo>
                    <a:pt x="159" y="20582"/>
                  </a:lnTo>
                  <a:lnTo>
                    <a:pt x="80" y="20582"/>
                  </a:lnTo>
                  <a:lnTo>
                    <a:pt x="80" y="905"/>
                  </a:lnTo>
                  <a:lnTo>
                    <a:pt x="399" y="452"/>
                  </a:lnTo>
                  <a:lnTo>
                    <a:pt x="399" y="339"/>
                  </a:lnTo>
                  <a:lnTo>
                    <a:pt x="558" y="339"/>
                  </a:lnTo>
                  <a:lnTo>
                    <a:pt x="319" y="679"/>
                  </a:lnTo>
                  <a:lnTo>
                    <a:pt x="239" y="1131"/>
                  </a:lnTo>
                  <a:lnTo>
                    <a:pt x="159" y="1131"/>
                  </a:lnTo>
                  <a:lnTo>
                    <a:pt x="159" y="20356"/>
                  </a:lnTo>
                  <a:lnTo>
                    <a:pt x="239" y="20356"/>
                  </a:lnTo>
                  <a:lnTo>
                    <a:pt x="319" y="20921"/>
                  </a:lnTo>
                  <a:lnTo>
                    <a:pt x="478" y="21148"/>
                  </a:lnTo>
                  <a:lnTo>
                    <a:pt x="717" y="21148"/>
                  </a:lnTo>
                  <a:lnTo>
                    <a:pt x="717" y="21261"/>
                  </a:lnTo>
                  <a:lnTo>
                    <a:pt x="19448" y="21261"/>
                  </a:lnTo>
                  <a:lnTo>
                    <a:pt x="19448" y="21374"/>
                  </a:lnTo>
                  <a:lnTo>
                    <a:pt x="20803" y="21374"/>
                  </a:lnTo>
                  <a:lnTo>
                    <a:pt x="20803" y="21261"/>
                  </a:lnTo>
                  <a:lnTo>
                    <a:pt x="21201" y="21148"/>
                  </a:lnTo>
                  <a:lnTo>
                    <a:pt x="21361" y="20582"/>
                  </a:lnTo>
                  <a:lnTo>
                    <a:pt x="21441" y="20582"/>
                  </a:lnTo>
                  <a:lnTo>
                    <a:pt x="21441" y="1131"/>
                  </a:lnTo>
                  <a:lnTo>
                    <a:pt x="21042" y="565"/>
                  </a:lnTo>
                  <a:lnTo>
                    <a:pt x="21042" y="452"/>
                  </a:lnTo>
                  <a:lnTo>
                    <a:pt x="19049" y="452"/>
                  </a:lnTo>
                  <a:lnTo>
                    <a:pt x="19049" y="339"/>
                  </a:lnTo>
                  <a:lnTo>
                    <a:pt x="956" y="226"/>
                  </a:lnTo>
                  <a:lnTo>
                    <a:pt x="956" y="339"/>
                  </a:lnTo>
                  <a:lnTo>
                    <a:pt x="558" y="339"/>
                  </a:lnTo>
                  <a:close/>
                </a:path>
              </a:pathLst>
            </a:custGeom>
            <a:solidFill xmlns:a="http://schemas.openxmlformats.org/drawingml/2006/main">
              <a:srgbClr val="7B9CB2"/>
            </a:solidFill>
            <a:ln xmlns:a="http://schemas.openxmlformats.org/drawingml/2006/main">
              <a:noFill/>
            </a:ln>
          </p:spPr>
        </p:sp>
      </p:grpSp>
      <p:grpSp>
        <p:nvGrpSpPr>
          <p:cNvPr id="24" name="scene-unit-object-n119"/>
          <p:cNvGrpSpPr/>
          <p:nvPr/>
        </p:nvGrpSpPr>
        <p:grpSpPr>
          <a:xfrm xmlns:a="http://schemas.openxmlformats.org/drawingml/2006/main">
            <a:off x="5746708" y="9170796"/>
            <a:ext cx="2854076" cy="2135579"/>
            <a:chOff x="5746708" y="9170796"/>
            <a:chExt cx="2854076" cy="2135579"/>
          </a:xfrm>
        </p:grpSpPr>
        <p:sp>
          <p:nvSpPr>
            <p:cNvPr id="25" name="scene-container-object-n119"/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H="0" flipV="0">
              <a:off x="5747978" y="9172066"/>
              <a:ext cx="2851536" cy="2133039"/>
            </a:xfrm>
            <a:custGeom xmlns:a="http://schemas.openxmlformats.org/drawingml/2006/main"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7569" y="0"/>
                  </a:moveTo>
                  <a:lnTo>
                    <a:pt x="20920" y="114"/>
                  </a:lnTo>
                  <a:lnTo>
                    <a:pt x="21515" y="909"/>
                  </a:lnTo>
                  <a:lnTo>
                    <a:pt x="21515" y="20918"/>
                  </a:lnTo>
                  <a:lnTo>
                    <a:pt x="21175" y="21373"/>
                  </a:lnTo>
                  <a:lnTo>
                    <a:pt x="20835" y="21600"/>
                  </a:lnTo>
                  <a:lnTo>
                    <a:pt x="510" y="21486"/>
                  </a:lnTo>
                  <a:lnTo>
                    <a:pt x="0" y="20577"/>
                  </a:lnTo>
                  <a:lnTo>
                    <a:pt x="85" y="682"/>
                  </a:lnTo>
                  <a:lnTo>
                    <a:pt x="680" y="0"/>
                  </a:lnTo>
                  <a:close/>
                </a:path>
              </a:pathLst>
            </a:custGeom>
            <a:solidFill xmlns:a="http://schemas.openxmlformats.org/drawingml/2006/main">
              <a:srgbClr val="EEF7FD"/>
            </a:solidFill>
            <a:ln xmlns:a="http://schemas.openxmlformats.org/drawingml/2006/main">
              <a:noFill/>
            </a:ln>
          </p:spPr>
        </p:sp>
        <p:sp>
          <p:nvSpPr>
            <p:cNvPr id="26" name="scene-outline-object-n119"/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H="0" flipV="0">
              <a:off x="5747978" y="9172066"/>
              <a:ext cx="2851536" cy="2133039"/>
            </a:xfrm>
            <a:custGeom xmlns:a="http://schemas.openxmlformats.org/drawingml/2006/main"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7569" y="0"/>
                  </a:moveTo>
                  <a:lnTo>
                    <a:pt x="20920" y="114"/>
                  </a:lnTo>
                  <a:lnTo>
                    <a:pt x="21515" y="909"/>
                  </a:lnTo>
                  <a:lnTo>
                    <a:pt x="21515" y="20918"/>
                  </a:lnTo>
                  <a:lnTo>
                    <a:pt x="21175" y="21373"/>
                  </a:lnTo>
                  <a:lnTo>
                    <a:pt x="20835" y="21600"/>
                  </a:lnTo>
                  <a:lnTo>
                    <a:pt x="510" y="21486"/>
                  </a:lnTo>
                  <a:lnTo>
                    <a:pt x="0" y="20577"/>
                  </a:lnTo>
                  <a:lnTo>
                    <a:pt x="85" y="682"/>
                  </a:lnTo>
                  <a:lnTo>
                    <a:pt x="680" y="0"/>
                  </a:lnTo>
                  <a:close/>
                  <a:moveTo>
                    <a:pt x="595" y="341"/>
                  </a:moveTo>
                  <a:lnTo>
                    <a:pt x="255" y="1023"/>
                  </a:lnTo>
                  <a:lnTo>
                    <a:pt x="255" y="20577"/>
                  </a:lnTo>
                  <a:lnTo>
                    <a:pt x="510" y="21145"/>
                  </a:lnTo>
                  <a:lnTo>
                    <a:pt x="20835" y="21259"/>
                  </a:lnTo>
                  <a:lnTo>
                    <a:pt x="21260" y="20918"/>
                  </a:lnTo>
                  <a:lnTo>
                    <a:pt x="21260" y="909"/>
                  </a:lnTo>
                  <a:lnTo>
                    <a:pt x="20920" y="455"/>
                  </a:lnTo>
                  <a:close/>
                </a:path>
              </a:pathLst>
            </a:custGeom>
            <a:solidFill xmlns:a="http://schemas.openxmlformats.org/drawingml/2006/main">
              <a:srgbClr val="CBE4F5"/>
            </a:solidFill>
            <a:ln xmlns:a="http://schemas.openxmlformats.org/drawingml/2006/main">
              <a:noFill/>
            </a:ln>
          </p:spPr>
        </p:sp>
        <p:sp>
          <p:nvSpPr>
            <p:cNvPr id="27" name="scene-outline-object-n119-paint-0"/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H="0" flipV="0">
              <a:off x="5747978" y="9172066"/>
              <a:ext cx="2851536" cy="2133039"/>
            </a:xfrm>
            <a:custGeom xmlns:a="http://schemas.openxmlformats.org/drawingml/2006/main"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20750" y="114"/>
                  </a:moveTo>
                  <a:lnTo>
                    <a:pt x="20750" y="227"/>
                  </a:lnTo>
                  <a:lnTo>
                    <a:pt x="21175" y="341"/>
                  </a:lnTo>
                  <a:lnTo>
                    <a:pt x="21345" y="568"/>
                  </a:lnTo>
                  <a:lnTo>
                    <a:pt x="21430" y="1023"/>
                  </a:lnTo>
                  <a:lnTo>
                    <a:pt x="21515" y="1023"/>
                  </a:lnTo>
                  <a:lnTo>
                    <a:pt x="21515" y="20691"/>
                  </a:lnTo>
                  <a:lnTo>
                    <a:pt x="20920" y="21486"/>
                  </a:lnTo>
                  <a:lnTo>
                    <a:pt x="680" y="21486"/>
                  </a:lnTo>
                  <a:lnTo>
                    <a:pt x="510" y="21259"/>
                  </a:lnTo>
                  <a:lnTo>
                    <a:pt x="255" y="21145"/>
                  </a:lnTo>
                  <a:lnTo>
                    <a:pt x="170" y="20804"/>
                  </a:lnTo>
                  <a:lnTo>
                    <a:pt x="85" y="20804"/>
                  </a:lnTo>
                  <a:lnTo>
                    <a:pt x="85" y="796"/>
                  </a:lnTo>
                  <a:lnTo>
                    <a:pt x="595" y="114"/>
                  </a:lnTo>
                  <a:lnTo>
                    <a:pt x="850" y="114"/>
                  </a:lnTo>
                  <a:lnTo>
                    <a:pt x="850" y="0"/>
                  </a:lnTo>
                  <a:lnTo>
                    <a:pt x="4082" y="0"/>
                  </a:lnTo>
                  <a:lnTo>
                    <a:pt x="4082" y="114"/>
                  </a:lnTo>
                  <a:close/>
                  <a:moveTo>
                    <a:pt x="5443" y="341"/>
                  </a:moveTo>
                  <a:lnTo>
                    <a:pt x="5443" y="227"/>
                  </a:lnTo>
                  <a:lnTo>
                    <a:pt x="765" y="227"/>
                  </a:lnTo>
                  <a:lnTo>
                    <a:pt x="765" y="341"/>
                  </a:lnTo>
                  <a:lnTo>
                    <a:pt x="510" y="341"/>
                  </a:lnTo>
                  <a:lnTo>
                    <a:pt x="425" y="682"/>
                  </a:lnTo>
                  <a:lnTo>
                    <a:pt x="255" y="796"/>
                  </a:lnTo>
                  <a:lnTo>
                    <a:pt x="255" y="20691"/>
                  </a:lnTo>
                  <a:lnTo>
                    <a:pt x="595" y="21145"/>
                  </a:lnTo>
                  <a:lnTo>
                    <a:pt x="595" y="21259"/>
                  </a:lnTo>
                  <a:lnTo>
                    <a:pt x="19729" y="21259"/>
                  </a:lnTo>
                  <a:lnTo>
                    <a:pt x="19729" y="21373"/>
                  </a:lnTo>
                  <a:lnTo>
                    <a:pt x="20750" y="21373"/>
                  </a:lnTo>
                  <a:lnTo>
                    <a:pt x="20920" y="21145"/>
                  </a:lnTo>
                  <a:lnTo>
                    <a:pt x="21175" y="21032"/>
                  </a:lnTo>
                  <a:lnTo>
                    <a:pt x="21260" y="20918"/>
                  </a:lnTo>
                  <a:lnTo>
                    <a:pt x="21260" y="20691"/>
                  </a:lnTo>
                  <a:lnTo>
                    <a:pt x="21345" y="20691"/>
                  </a:lnTo>
                  <a:lnTo>
                    <a:pt x="21345" y="1023"/>
                  </a:lnTo>
                  <a:lnTo>
                    <a:pt x="20920" y="455"/>
                  </a:lnTo>
                  <a:lnTo>
                    <a:pt x="20920" y="341"/>
                  </a:lnTo>
                  <a:close/>
                </a:path>
              </a:pathLst>
            </a:custGeom>
            <a:solidFill xmlns:a="http://schemas.openxmlformats.org/drawingml/2006/main">
              <a:srgbClr val="84A2B8"/>
            </a:solidFill>
            <a:ln xmlns:a="http://schemas.openxmlformats.org/drawingml/2006/main">
              <a:noFill/>
            </a:ln>
          </p:spPr>
        </p:sp>
      </p:grpSp>
      <p:grpSp>
        <p:nvGrpSpPr>
          <p:cNvPr id="28" name="scene-unit-object-n118"/>
          <p:cNvGrpSpPr/>
          <p:nvPr/>
        </p:nvGrpSpPr>
        <p:grpSpPr>
          <a:xfrm xmlns:a="http://schemas.openxmlformats.org/drawingml/2006/main">
            <a:off x="3041117" y="9170796"/>
            <a:ext cx="2562186" cy="2124352"/>
            <a:chOff x="3041117" y="9170796"/>
            <a:chExt cx="2562186" cy="2124352"/>
          </a:xfrm>
        </p:grpSpPr>
        <p:sp>
          <p:nvSpPr>
            <p:cNvPr id="29" name="scene-container-object-n118"/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H="0" flipV="0">
              <a:off x="3042387" y="9172066"/>
              <a:ext cx="2559646" cy="2121812"/>
            </a:xfrm>
            <a:custGeom xmlns:a="http://schemas.openxmlformats.org/drawingml/2006/main"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20747" y="0"/>
                  </a:moveTo>
                  <a:lnTo>
                    <a:pt x="21505" y="686"/>
                  </a:lnTo>
                  <a:lnTo>
                    <a:pt x="21505" y="20914"/>
                  </a:lnTo>
                  <a:lnTo>
                    <a:pt x="20937" y="21600"/>
                  </a:lnTo>
                  <a:lnTo>
                    <a:pt x="474" y="21486"/>
                  </a:lnTo>
                  <a:lnTo>
                    <a:pt x="189" y="21143"/>
                  </a:lnTo>
                  <a:lnTo>
                    <a:pt x="0" y="20686"/>
                  </a:lnTo>
                  <a:lnTo>
                    <a:pt x="95" y="686"/>
                  </a:lnTo>
                  <a:lnTo>
                    <a:pt x="758" y="0"/>
                  </a:lnTo>
                  <a:close/>
                </a:path>
              </a:pathLst>
            </a:custGeom>
            <a:solidFill xmlns:a="http://schemas.openxmlformats.org/drawingml/2006/main">
              <a:srgbClr val="F1F7FC"/>
            </a:solidFill>
            <a:ln xmlns:a="http://schemas.openxmlformats.org/drawingml/2006/main">
              <a:noFill/>
            </a:ln>
          </p:spPr>
        </p:sp>
        <p:sp>
          <p:nvSpPr>
            <p:cNvPr id="30" name="scene-outline-object-n118"/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H="0" flipV="0">
              <a:off x="3042387" y="9172066"/>
              <a:ext cx="2559646" cy="2121812"/>
            </a:xfrm>
            <a:custGeom xmlns:a="http://schemas.openxmlformats.org/drawingml/2006/main"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20747" y="0"/>
                  </a:moveTo>
                  <a:lnTo>
                    <a:pt x="21505" y="686"/>
                  </a:lnTo>
                  <a:lnTo>
                    <a:pt x="21505" y="20914"/>
                  </a:lnTo>
                  <a:lnTo>
                    <a:pt x="20937" y="21600"/>
                  </a:lnTo>
                  <a:lnTo>
                    <a:pt x="474" y="21486"/>
                  </a:lnTo>
                  <a:lnTo>
                    <a:pt x="189" y="21143"/>
                  </a:lnTo>
                  <a:lnTo>
                    <a:pt x="0" y="20686"/>
                  </a:lnTo>
                  <a:lnTo>
                    <a:pt x="95" y="686"/>
                  </a:lnTo>
                  <a:lnTo>
                    <a:pt x="758" y="0"/>
                  </a:lnTo>
                  <a:close/>
                  <a:moveTo>
                    <a:pt x="758" y="343"/>
                  </a:moveTo>
                  <a:lnTo>
                    <a:pt x="284" y="914"/>
                  </a:lnTo>
                  <a:lnTo>
                    <a:pt x="284" y="20686"/>
                  </a:lnTo>
                  <a:lnTo>
                    <a:pt x="663" y="21257"/>
                  </a:lnTo>
                  <a:lnTo>
                    <a:pt x="20937" y="21257"/>
                  </a:lnTo>
                  <a:lnTo>
                    <a:pt x="21221" y="20914"/>
                  </a:lnTo>
                  <a:lnTo>
                    <a:pt x="21316" y="914"/>
                  </a:lnTo>
                  <a:lnTo>
                    <a:pt x="21032" y="457"/>
                  </a:lnTo>
                  <a:close/>
                </a:path>
              </a:pathLst>
            </a:custGeom>
            <a:solidFill xmlns:a="http://schemas.openxmlformats.org/drawingml/2006/main">
              <a:srgbClr val="B8CFE1"/>
            </a:solidFill>
            <a:ln xmlns:a="http://schemas.openxmlformats.org/drawingml/2006/main">
              <a:noFill/>
            </a:ln>
          </p:spPr>
        </p:sp>
        <p:sp>
          <p:nvSpPr>
            <p:cNvPr id="31" name="scene-outline-object-n118-paint-0"/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H="0" flipV="0">
              <a:off x="3042387" y="9172066"/>
              <a:ext cx="2559646" cy="2121812"/>
            </a:xfrm>
            <a:custGeom xmlns:a="http://schemas.openxmlformats.org/drawingml/2006/main"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10137" y="0"/>
                  </a:moveTo>
                  <a:lnTo>
                    <a:pt x="10137" y="114"/>
                  </a:lnTo>
                  <a:lnTo>
                    <a:pt x="20937" y="114"/>
                  </a:lnTo>
                  <a:lnTo>
                    <a:pt x="21505" y="800"/>
                  </a:lnTo>
                  <a:lnTo>
                    <a:pt x="21505" y="20800"/>
                  </a:lnTo>
                  <a:lnTo>
                    <a:pt x="21126" y="21257"/>
                  </a:lnTo>
                  <a:lnTo>
                    <a:pt x="21126" y="21371"/>
                  </a:lnTo>
                  <a:lnTo>
                    <a:pt x="20937" y="21371"/>
                  </a:lnTo>
                  <a:lnTo>
                    <a:pt x="21316" y="20914"/>
                  </a:lnTo>
                  <a:lnTo>
                    <a:pt x="21316" y="20686"/>
                  </a:lnTo>
                  <a:lnTo>
                    <a:pt x="21411" y="20686"/>
                  </a:lnTo>
                  <a:lnTo>
                    <a:pt x="21411" y="1143"/>
                  </a:lnTo>
                  <a:lnTo>
                    <a:pt x="21316" y="1143"/>
                  </a:lnTo>
                  <a:lnTo>
                    <a:pt x="21221" y="571"/>
                  </a:lnTo>
                  <a:lnTo>
                    <a:pt x="20747" y="343"/>
                  </a:lnTo>
                  <a:lnTo>
                    <a:pt x="20747" y="229"/>
                  </a:lnTo>
                  <a:lnTo>
                    <a:pt x="758" y="229"/>
                  </a:lnTo>
                  <a:lnTo>
                    <a:pt x="189" y="914"/>
                  </a:lnTo>
                  <a:lnTo>
                    <a:pt x="189" y="20686"/>
                  </a:lnTo>
                  <a:lnTo>
                    <a:pt x="758" y="21371"/>
                  </a:lnTo>
                  <a:lnTo>
                    <a:pt x="20937" y="21371"/>
                  </a:lnTo>
                  <a:lnTo>
                    <a:pt x="20937" y="21486"/>
                  </a:lnTo>
                  <a:lnTo>
                    <a:pt x="20558" y="21486"/>
                  </a:lnTo>
                  <a:lnTo>
                    <a:pt x="20558" y="21600"/>
                  </a:lnTo>
                  <a:lnTo>
                    <a:pt x="6347" y="21486"/>
                  </a:lnTo>
                  <a:lnTo>
                    <a:pt x="6347" y="21600"/>
                  </a:lnTo>
                  <a:lnTo>
                    <a:pt x="1137" y="21600"/>
                  </a:lnTo>
                  <a:lnTo>
                    <a:pt x="1137" y="21486"/>
                  </a:lnTo>
                  <a:lnTo>
                    <a:pt x="474" y="21371"/>
                  </a:lnTo>
                  <a:lnTo>
                    <a:pt x="189" y="21029"/>
                  </a:lnTo>
                  <a:lnTo>
                    <a:pt x="189" y="20800"/>
                  </a:lnTo>
                  <a:lnTo>
                    <a:pt x="95" y="20800"/>
                  </a:lnTo>
                  <a:lnTo>
                    <a:pt x="95" y="800"/>
                  </a:lnTo>
                  <a:lnTo>
                    <a:pt x="663" y="114"/>
                  </a:lnTo>
                  <a:lnTo>
                    <a:pt x="947" y="114"/>
                  </a:lnTo>
                  <a:lnTo>
                    <a:pt x="947" y="0"/>
                  </a:lnTo>
                  <a:close/>
                </a:path>
              </a:pathLst>
            </a:custGeom>
            <a:solidFill xmlns:a="http://schemas.openxmlformats.org/drawingml/2006/main">
              <a:srgbClr val="7A95AC"/>
            </a:solidFill>
            <a:ln xmlns:a="http://schemas.openxmlformats.org/drawingml/2006/main">
              <a:noFill/>
            </a:ln>
          </p:spPr>
        </p:sp>
      </p:grpSp>
      <p:grpSp>
        <p:nvGrpSpPr>
          <p:cNvPr id="32" name="scene-unit-object-n107"/>
          <p:cNvGrpSpPr/>
          <p:nvPr/>
        </p:nvGrpSpPr>
        <p:grpSpPr>
          <a:xfrm xmlns:a="http://schemas.openxmlformats.org/drawingml/2006/main">
            <a:off x="4208675" y="4455658"/>
            <a:ext cx="3774650" cy="1282363"/>
            <a:chOff x="4208675" y="4455658"/>
            <a:chExt cx="3774650" cy="1282363"/>
          </a:xfrm>
        </p:grpSpPr>
        <p:sp>
          <p:nvSpPr>
            <p:cNvPr id="33" name="scene-container-object-n107"/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H="0" flipV="0">
              <a:off x="4209945" y="4456928"/>
              <a:ext cx="3772110" cy="1279823"/>
            </a:xfrm>
            <a:custGeom xmlns:a="http://schemas.openxmlformats.org/drawingml/2006/main"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20829" y="0"/>
                  </a:moveTo>
                  <a:lnTo>
                    <a:pt x="21536" y="1705"/>
                  </a:lnTo>
                  <a:lnTo>
                    <a:pt x="21536" y="20084"/>
                  </a:lnTo>
                  <a:lnTo>
                    <a:pt x="21086" y="21221"/>
                  </a:lnTo>
                  <a:lnTo>
                    <a:pt x="17229" y="21600"/>
                  </a:lnTo>
                  <a:lnTo>
                    <a:pt x="643" y="21411"/>
                  </a:lnTo>
                  <a:lnTo>
                    <a:pt x="129" y="20463"/>
                  </a:lnTo>
                  <a:lnTo>
                    <a:pt x="64" y="19895"/>
                  </a:lnTo>
                  <a:lnTo>
                    <a:pt x="64" y="1516"/>
                  </a:lnTo>
                  <a:lnTo>
                    <a:pt x="707" y="0"/>
                  </a:lnTo>
                  <a:close/>
                </a:path>
              </a:pathLst>
            </a:custGeom>
            <a:solidFill xmlns:a="http://schemas.openxmlformats.org/drawingml/2006/main">
              <a:srgbClr val="FFF7F4"/>
            </a:solidFill>
            <a:ln xmlns:a="http://schemas.openxmlformats.org/drawingml/2006/main">
              <a:noFill/>
            </a:ln>
          </p:spPr>
        </p:sp>
        <p:sp>
          <p:nvSpPr>
            <p:cNvPr id="34" name="scene-outline-object-n107"/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H="0" flipV="0">
              <a:off x="4209945" y="4456928"/>
              <a:ext cx="3772110" cy="1279823"/>
            </a:xfrm>
            <a:custGeom xmlns:a="http://schemas.openxmlformats.org/drawingml/2006/main"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20829" y="0"/>
                  </a:moveTo>
                  <a:lnTo>
                    <a:pt x="21536" y="1705"/>
                  </a:lnTo>
                  <a:lnTo>
                    <a:pt x="21536" y="20084"/>
                  </a:lnTo>
                  <a:lnTo>
                    <a:pt x="21086" y="21221"/>
                  </a:lnTo>
                  <a:lnTo>
                    <a:pt x="17229" y="21600"/>
                  </a:lnTo>
                  <a:lnTo>
                    <a:pt x="643" y="21411"/>
                  </a:lnTo>
                  <a:lnTo>
                    <a:pt x="129" y="20463"/>
                  </a:lnTo>
                  <a:lnTo>
                    <a:pt x="64" y="19895"/>
                  </a:lnTo>
                  <a:lnTo>
                    <a:pt x="64" y="1516"/>
                  </a:lnTo>
                  <a:lnTo>
                    <a:pt x="707" y="0"/>
                  </a:lnTo>
                  <a:close/>
                  <a:moveTo>
                    <a:pt x="643" y="947"/>
                  </a:moveTo>
                  <a:lnTo>
                    <a:pt x="257" y="2274"/>
                  </a:lnTo>
                  <a:lnTo>
                    <a:pt x="257" y="18947"/>
                  </a:lnTo>
                  <a:lnTo>
                    <a:pt x="643" y="20463"/>
                  </a:lnTo>
                  <a:lnTo>
                    <a:pt x="20057" y="20653"/>
                  </a:lnTo>
                  <a:lnTo>
                    <a:pt x="21086" y="20274"/>
                  </a:lnTo>
                  <a:lnTo>
                    <a:pt x="21343" y="18947"/>
                  </a:lnTo>
                  <a:lnTo>
                    <a:pt x="21279" y="1705"/>
                  </a:lnTo>
                  <a:lnTo>
                    <a:pt x="20957" y="947"/>
                  </a:lnTo>
                  <a:close/>
                </a:path>
              </a:pathLst>
            </a:custGeom>
            <a:solidFill xmlns:a="http://schemas.openxmlformats.org/drawingml/2006/main">
              <a:srgbClr val="F4CCB8"/>
            </a:solidFill>
            <a:ln xmlns:a="http://schemas.openxmlformats.org/drawingml/2006/main">
              <a:noFill/>
            </a:ln>
          </p:spPr>
        </p:sp>
        <p:sp>
          <p:nvSpPr>
            <p:cNvPr id="35" name="scene-outline-object-n107-paint-0"/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H="0" flipV="0">
              <a:off x="4209945" y="4456928"/>
              <a:ext cx="3772110" cy="1279823"/>
            </a:xfrm>
            <a:custGeom xmlns:a="http://schemas.openxmlformats.org/drawingml/2006/main"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1029" y="379"/>
                  </a:moveTo>
                  <a:lnTo>
                    <a:pt x="1029" y="189"/>
                  </a:lnTo>
                  <a:lnTo>
                    <a:pt x="17679" y="189"/>
                  </a:lnTo>
                  <a:lnTo>
                    <a:pt x="17679" y="379"/>
                  </a:lnTo>
                  <a:lnTo>
                    <a:pt x="17743" y="189"/>
                  </a:lnTo>
                  <a:lnTo>
                    <a:pt x="17807" y="379"/>
                  </a:lnTo>
                  <a:lnTo>
                    <a:pt x="17871" y="189"/>
                  </a:lnTo>
                  <a:lnTo>
                    <a:pt x="17936" y="379"/>
                  </a:lnTo>
                  <a:lnTo>
                    <a:pt x="18000" y="189"/>
                  </a:lnTo>
                  <a:lnTo>
                    <a:pt x="18064" y="379"/>
                  </a:lnTo>
                  <a:lnTo>
                    <a:pt x="18129" y="189"/>
                  </a:lnTo>
                  <a:lnTo>
                    <a:pt x="18193" y="379"/>
                  </a:lnTo>
                  <a:lnTo>
                    <a:pt x="18257" y="189"/>
                  </a:lnTo>
                  <a:lnTo>
                    <a:pt x="18321" y="379"/>
                  </a:lnTo>
                  <a:lnTo>
                    <a:pt x="18386" y="189"/>
                  </a:lnTo>
                  <a:lnTo>
                    <a:pt x="18450" y="379"/>
                  </a:lnTo>
                  <a:lnTo>
                    <a:pt x="18514" y="189"/>
                  </a:lnTo>
                  <a:lnTo>
                    <a:pt x="18579" y="379"/>
                  </a:lnTo>
                  <a:lnTo>
                    <a:pt x="18643" y="189"/>
                  </a:lnTo>
                  <a:lnTo>
                    <a:pt x="18707" y="379"/>
                  </a:lnTo>
                  <a:lnTo>
                    <a:pt x="18771" y="189"/>
                  </a:lnTo>
                  <a:lnTo>
                    <a:pt x="18836" y="379"/>
                  </a:lnTo>
                  <a:lnTo>
                    <a:pt x="18900" y="189"/>
                  </a:lnTo>
                  <a:lnTo>
                    <a:pt x="18964" y="379"/>
                  </a:lnTo>
                  <a:lnTo>
                    <a:pt x="19029" y="189"/>
                  </a:lnTo>
                  <a:lnTo>
                    <a:pt x="19093" y="379"/>
                  </a:lnTo>
                  <a:lnTo>
                    <a:pt x="19157" y="189"/>
                  </a:lnTo>
                  <a:lnTo>
                    <a:pt x="19221" y="379"/>
                  </a:lnTo>
                  <a:lnTo>
                    <a:pt x="19286" y="189"/>
                  </a:lnTo>
                  <a:lnTo>
                    <a:pt x="19350" y="379"/>
                  </a:lnTo>
                  <a:lnTo>
                    <a:pt x="19414" y="189"/>
                  </a:lnTo>
                  <a:lnTo>
                    <a:pt x="19479" y="379"/>
                  </a:lnTo>
                  <a:lnTo>
                    <a:pt x="19543" y="189"/>
                  </a:lnTo>
                  <a:lnTo>
                    <a:pt x="19800" y="379"/>
                  </a:lnTo>
                  <a:lnTo>
                    <a:pt x="19864" y="189"/>
                  </a:lnTo>
                  <a:lnTo>
                    <a:pt x="19864" y="379"/>
                  </a:lnTo>
                  <a:lnTo>
                    <a:pt x="20957" y="379"/>
                  </a:lnTo>
                  <a:lnTo>
                    <a:pt x="20957" y="568"/>
                  </a:lnTo>
                  <a:lnTo>
                    <a:pt x="21214" y="758"/>
                  </a:lnTo>
                  <a:lnTo>
                    <a:pt x="21407" y="1326"/>
                  </a:lnTo>
                  <a:lnTo>
                    <a:pt x="21471" y="2463"/>
                  </a:lnTo>
                  <a:lnTo>
                    <a:pt x="21536" y="2463"/>
                  </a:lnTo>
                  <a:lnTo>
                    <a:pt x="21536" y="18947"/>
                  </a:lnTo>
                  <a:lnTo>
                    <a:pt x="21471" y="18947"/>
                  </a:lnTo>
                  <a:lnTo>
                    <a:pt x="21471" y="19705"/>
                  </a:lnTo>
                  <a:lnTo>
                    <a:pt x="21150" y="20653"/>
                  </a:lnTo>
                  <a:lnTo>
                    <a:pt x="21150" y="20842"/>
                  </a:lnTo>
                  <a:lnTo>
                    <a:pt x="20957" y="20842"/>
                  </a:lnTo>
                  <a:lnTo>
                    <a:pt x="20957" y="21032"/>
                  </a:lnTo>
                  <a:lnTo>
                    <a:pt x="14657" y="21032"/>
                  </a:lnTo>
                  <a:lnTo>
                    <a:pt x="14657" y="21411"/>
                  </a:lnTo>
                  <a:lnTo>
                    <a:pt x="14464" y="21600"/>
                  </a:lnTo>
                  <a:lnTo>
                    <a:pt x="14400" y="21032"/>
                  </a:lnTo>
                  <a:lnTo>
                    <a:pt x="10929" y="21032"/>
                  </a:lnTo>
                  <a:lnTo>
                    <a:pt x="10929" y="21600"/>
                  </a:lnTo>
                  <a:lnTo>
                    <a:pt x="10736" y="21600"/>
                  </a:lnTo>
                  <a:lnTo>
                    <a:pt x="10671" y="21032"/>
                  </a:lnTo>
                  <a:lnTo>
                    <a:pt x="5207" y="21032"/>
                  </a:lnTo>
                  <a:lnTo>
                    <a:pt x="5143" y="21411"/>
                  </a:lnTo>
                  <a:lnTo>
                    <a:pt x="4950" y="21221"/>
                  </a:lnTo>
                  <a:lnTo>
                    <a:pt x="4950" y="21032"/>
                  </a:lnTo>
                  <a:lnTo>
                    <a:pt x="643" y="21032"/>
                  </a:lnTo>
                  <a:lnTo>
                    <a:pt x="514" y="20653"/>
                  </a:lnTo>
                  <a:lnTo>
                    <a:pt x="321" y="20463"/>
                  </a:lnTo>
                  <a:lnTo>
                    <a:pt x="193" y="19516"/>
                  </a:lnTo>
                  <a:lnTo>
                    <a:pt x="64" y="19137"/>
                  </a:lnTo>
                  <a:lnTo>
                    <a:pt x="64" y="2274"/>
                  </a:lnTo>
                  <a:lnTo>
                    <a:pt x="129" y="2274"/>
                  </a:lnTo>
                  <a:lnTo>
                    <a:pt x="193" y="1326"/>
                  </a:lnTo>
                  <a:lnTo>
                    <a:pt x="386" y="758"/>
                  </a:lnTo>
                  <a:lnTo>
                    <a:pt x="643" y="568"/>
                  </a:lnTo>
                  <a:lnTo>
                    <a:pt x="643" y="379"/>
                  </a:lnTo>
                  <a:close/>
                  <a:moveTo>
                    <a:pt x="643" y="758"/>
                  </a:moveTo>
                  <a:lnTo>
                    <a:pt x="257" y="1895"/>
                  </a:lnTo>
                  <a:lnTo>
                    <a:pt x="257" y="2463"/>
                  </a:lnTo>
                  <a:lnTo>
                    <a:pt x="193" y="2463"/>
                  </a:lnTo>
                  <a:lnTo>
                    <a:pt x="193" y="18758"/>
                  </a:lnTo>
                  <a:lnTo>
                    <a:pt x="257" y="18758"/>
                  </a:lnTo>
                  <a:lnTo>
                    <a:pt x="321" y="19895"/>
                  </a:lnTo>
                  <a:lnTo>
                    <a:pt x="450" y="20274"/>
                  </a:lnTo>
                  <a:lnTo>
                    <a:pt x="707" y="20463"/>
                  </a:lnTo>
                  <a:lnTo>
                    <a:pt x="707" y="20653"/>
                  </a:lnTo>
                  <a:lnTo>
                    <a:pt x="20893" y="20653"/>
                  </a:lnTo>
                  <a:lnTo>
                    <a:pt x="20893" y="20463"/>
                  </a:lnTo>
                  <a:lnTo>
                    <a:pt x="21150" y="20274"/>
                  </a:lnTo>
                  <a:lnTo>
                    <a:pt x="21279" y="19895"/>
                  </a:lnTo>
                  <a:lnTo>
                    <a:pt x="21343" y="18947"/>
                  </a:lnTo>
                  <a:lnTo>
                    <a:pt x="21407" y="18947"/>
                  </a:lnTo>
                  <a:lnTo>
                    <a:pt x="21407" y="2463"/>
                  </a:lnTo>
                  <a:lnTo>
                    <a:pt x="21343" y="2463"/>
                  </a:lnTo>
                  <a:lnTo>
                    <a:pt x="21279" y="1516"/>
                  </a:lnTo>
                  <a:lnTo>
                    <a:pt x="21086" y="947"/>
                  </a:lnTo>
                  <a:lnTo>
                    <a:pt x="20957" y="947"/>
                  </a:lnTo>
                  <a:lnTo>
                    <a:pt x="20957" y="758"/>
                  </a:lnTo>
                  <a:close/>
                </a:path>
              </a:pathLst>
            </a:custGeom>
            <a:solidFill xmlns:a="http://schemas.openxmlformats.org/drawingml/2006/main">
              <a:srgbClr val="9E5B45"/>
            </a:solidFill>
            <a:ln xmlns:a="http://schemas.openxmlformats.org/drawingml/2006/main">
              <a:noFill/>
            </a:ln>
          </p:spPr>
        </p:sp>
      </p:grpSp>
      <p:sp>
        <p:nvSpPr>
          <p:cNvPr id="36" name="scene-container-region-n5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059801" y="4490608"/>
            <a:ext cx="2705591" cy="1279823"/>
          </a:xfrm>
          <a:custGeom xmlns:a="http://schemas.openxmlformats.org/drawingml/2006/main">
            <a:avLst/>
            <a:gdLst/>
            <a:ahLst/>
            <a:cxnLst/>
            <a:rect l="l" t="t" r="r" b="b"/>
            <a:pathLst>
              <a:path w="21600" h="21600">
                <a:moveTo>
                  <a:pt x="179" y="0"/>
                </a:moveTo>
                <a:lnTo>
                  <a:pt x="1524" y="189"/>
                </a:lnTo>
                <a:lnTo>
                  <a:pt x="1613" y="379"/>
                </a:lnTo>
                <a:lnTo>
                  <a:pt x="1703" y="189"/>
                </a:lnTo>
                <a:lnTo>
                  <a:pt x="1793" y="379"/>
                </a:lnTo>
                <a:lnTo>
                  <a:pt x="1793" y="189"/>
                </a:lnTo>
                <a:lnTo>
                  <a:pt x="2061" y="189"/>
                </a:lnTo>
                <a:lnTo>
                  <a:pt x="2061" y="379"/>
                </a:lnTo>
                <a:lnTo>
                  <a:pt x="20973" y="379"/>
                </a:lnTo>
                <a:lnTo>
                  <a:pt x="21421" y="1326"/>
                </a:lnTo>
                <a:lnTo>
                  <a:pt x="21510" y="1326"/>
                </a:lnTo>
                <a:lnTo>
                  <a:pt x="21510" y="1895"/>
                </a:lnTo>
                <a:lnTo>
                  <a:pt x="21421" y="1895"/>
                </a:lnTo>
                <a:lnTo>
                  <a:pt x="21421" y="20842"/>
                </a:lnTo>
                <a:lnTo>
                  <a:pt x="21600" y="20653"/>
                </a:lnTo>
                <a:lnTo>
                  <a:pt x="21600" y="21221"/>
                </a:lnTo>
                <a:lnTo>
                  <a:pt x="21331" y="21411"/>
                </a:lnTo>
                <a:lnTo>
                  <a:pt x="21331" y="21600"/>
                </a:lnTo>
                <a:lnTo>
                  <a:pt x="21062" y="21600"/>
                </a:lnTo>
                <a:lnTo>
                  <a:pt x="21152" y="21221"/>
                </a:lnTo>
                <a:lnTo>
                  <a:pt x="20973" y="21221"/>
                </a:lnTo>
                <a:lnTo>
                  <a:pt x="20973" y="21411"/>
                </a:lnTo>
                <a:lnTo>
                  <a:pt x="627" y="21411"/>
                </a:lnTo>
                <a:lnTo>
                  <a:pt x="627" y="21600"/>
                </a:lnTo>
                <a:lnTo>
                  <a:pt x="90" y="21600"/>
                </a:lnTo>
                <a:lnTo>
                  <a:pt x="90" y="21411"/>
                </a:lnTo>
                <a:lnTo>
                  <a:pt x="448" y="21411"/>
                </a:lnTo>
                <a:lnTo>
                  <a:pt x="448" y="21221"/>
                </a:lnTo>
                <a:lnTo>
                  <a:pt x="179" y="21221"/>
                </a:lnTo>
                <a:lnTo>
                  <a:pt x="179" y="20842"/>
                </a:lnTo>
                <a:lnTo>
                  <a:pt x="0" y="20463"/>
                </a:lnTo>
                <a:lnTo>
                  <a:pt x="0" y="1326"/>
                </a:lnTo>
                <a:lnTo>
                  <a:pt x="90" y="1326"/>
                </a:lnTo>
                <a:lnTo>
                  <a:pt x="90" y="758"/>
                </a:lnTo>
                <a:lnTo>
                  <a:pt x="359" y="568"/>
                </a:lnTo>
                <a:lnTo>
                  <a:pt x="359" y="379"/>
                </a:lnTo>
                <a:lnTo>
                  <a:pt x="90" y="379"/>
                </a:lnTo>
                <a:close/>
              </a:path>
            </a:pathLst>
          </a:custGeom>
          <a:solidFill xmlns:a="http://schemas.openxmlformats.org/drawingml/2006/main">
            <a:srgbClr val="FCE8DD"/>
          </a:solidFill>
          <a:ln xmlns:a="http://schemas.openxmlformats.org/drawingml/2006/main">
            <a:noFill/>
          </a:ln>
        </p:spPr>
      </p:sp>
      <p:grpSp>
        <p:nvGrpSpPr>
          <p:cNvPr id="37" name="scene-unit-region-n7"/>
          <p:cNvGrpSpPr/>
          <p:nvPr/>
        </p:nvGrpSpPr>
        <p:grpSpPr>
          <a:xfrm xmlns:a="http://schemas.openxmlformats.org/drawingml/2006/main">
            <a:off x="9490752" y="6796387"/>
            <a:ext cx="2298363" cy="1332883"/>
            <a:chOff x="9490752" y="6796387"/>
            <a:chExt cx="2298363" cy="1332883"/>
          </a:xfrm>
        </p:grpSpPr>
        <p:sp>
          <p:nvSpPr>
            <p:cNvPr id="38" name="scene-container-region-n7"/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H="0" flipV="0">
              <a:off x="9492022" y="6797657"/>
              <a:ext cx="2295823" cy="1330343"/>
            </a:xfrm>
            <a:prstGeom xmlns:a="http://schemas.openxmlformats.org/drawingml/2006/main" prst="rect">
              <a:avLst/>
            </a:prstGeom>
            <a:gradFill xmlns:a="http://schemas.openxmlformats.org/drawingml/2006/main" rotWithShape="1">
              <a:gsLst>
                <a:gs pos="0">
                  <a:srgbClr val="E6F4EB"/>
                </a:gs>
                <a:gs pos="100000">
                  <a:srgbClr val="EBF5ED"/>
                </a:gs>
              </a:gsLst>
              <a:lin ang="0" scaled="0"/>
            </a:gradFill>
            <a:ln xmlns:a="http://schemas.openxmlformats.org/drawingml/2006/main">
              <a:noFill/>
            </a:ln>
          </p:spPr>
        </p:sp>
        <p:sp>
          <p:nvSpPr>
            <p:cNvPr id="39" name="scene-outline-region-n7"/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H="0" flipV="0">
              <a:off x="9744619" y="6803271"/>
              <a:ext cx="22453" cy="11227"/>
            </a:xfrm>
            <a:custGeom xmlns:a="http://schemas.openxmlformats.org/drawingml/2006/main"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 xmlns:a="http://schemas.openxmlformats.org/drawingml/2006/main">
              <a:srgbClr val="D6EADF"/>
            </a:solidFill>
            <a:ln xmlns:a="http://schemas.openxmlformats.org/drawingml/2006/main">
              <a:noFill/>
            </a:ln>
          </p:spPr>
        </p:sp>
      </p:grpSp>
      <p:grpSp>
        <p:nvGrpSpPr>
          <p:cNvPr id="40" name="scene-unit-object-n111"/>
          <p:cNvGrpSpPr/>
          <p:nvPr/>
        </p:nvGrpSpPr>
        <p:grpSpPr>
          <a:xfrm xmlns:a="http://schemas.openxmlformats.org/drawingml/2006/main">
            <a:off x="4624056" y="6835680"/>
            <a:ext cx="1922275" cy="1147645"/>
            <a:chOff x="4624056" y="6835680"/>
            <a:chExt cx="1922275" cy="1147645"/>
          </a:xfrm>
        </p:grpSpPr>
        <p:sp>
          <p:nvSpPr>
            <p:cNvPr id="41" name="scene-container-object-n111"/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H="0" flipV="0">
              <a:off x="4625326" y="6836950"/>
              <a:ext cx="1919735" cy="1145105"/>
            </a:xfrm>
            <a:custGeom xmlns:a="http://schemas.openxmlformats.org/drawingml/2006/main"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10105" y="0"/>
                  </a:moveTo>
                  <a:lnTo>
                    <a:pt x="20211" y="212"/>
                  </a:lnTo>
                  <a:lnTo>
                    <a:pt x="21347" y="1694"/>
                  </a:lnTo>
                  <a:lnTo>
                    <a:pt x="21600" y="2753"/>
                  </a:lnTo>
                  <a:lnTo>
                    <a:pt x="21474" y="18212"/>
                  </a:lnTo>
                  <a:lnTo>
                    <a:pt x="21095" y="20753"/>
                  </a:lnTo>
                  <a:lnTo>
                    <a:pt x="20968" y="20965"/>
                  </a:lnTo>
                  <a:lnTo>
                    <a:pt x="19958" y="21600"/>
                  </a:lnTo>
                  <a:lnTo>
                    <a:pt x="1137" y="21388"/>
                  </a:lnTo>
                  <a:lnTo>
                    <a:pt x="126" y="19482"/>
                  </a:lnTo>
                  <a:lnTo>
                    <a:pt x="126" y="4659"/>
                  </a:lnTo>
                  <a:lnTo>
                    <a:pt x="505" y="1482"/>
                  </a:lnTo>
                  <a:lnTo>
                    <a:pt x="1263" y="424"/>
                  </a:lnTo>
                  <a:lnTo>
                    <a:pt x="4547" y="0"/>
                  </a:lnTo>
                  <a:close/>
                </a:path>
              </a:pathLst>
            </a:custGeom>
            <a:solidFill xmlns:a="http://schemas.openxmlformats.org/drawingml/2006/main">
              <a:srgbClr val="FEF5F3"/>
            </a:solidFill>
            <a:ln xmlns:a="http://schemas.openxmlformats.org/drawingml/2006/main">
              <a:noFill/>
            </a:ln>
          </p:spPr>
        </p:sp>
        <p:sp>
          <p:nvSpPr>
            <p:cNvPr id="42" name="scene-outline-object-n111"/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H="0" flipV="0">
              <a:off x="4625326" y="6836950"/>
              <a:ext cx="1919735" cy="1145105"/>
            </a:xfrm>
            <a:custGeom xmlns:a="http://schemas.openxmlformats.org/drawingml/2006/main"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10105" y="0"/>
                  </a:moveTo>
                  <a:lnTo>
                    <a:pt x="20211" y="212"/>
                  </a:lnTo>
                  <a:lnTo>
                    <a:pt x="21347" y="1694"/>
                  </a:lnTo>
                  <a:lnTo>
                    <a:pt x="21600" y="2753"/>
                  </a:lnTo>
                  <a:lnTo>
                    <a:pt x="21474" y="18212"/>
                  </a:lnTo>
                  <a:lnTo>
                    <a:pt x="21095" y="20753"/>
                  </a:lnTo>
                  <a:lnTo>
                    <a:pt x="20968" y="20965"/>
                  </a:lnTo>
                  <a:lnTo>
                    <a:pt x="19958" y="21600"/>
                  </a:lnTo>
                  <a:lnTo>
                    <a:pt x="1137" y="21388"/>
                  </a:lnTo>
                  <a:lnTo>
                    <a:pt x="126" y="19482"/>
                  </a:lnTo>
                  <a:lnTo>
                    <a:pt x="126" y="4659"/>
                  </a:lnTo>
                  <a:lnTo>
                    <a:pt x="505" y="1482"/>
                  </a:lnTo>
                  <a:lnTo>
                    <a:pt x="1263" y="424"/>
                  </a:lnTo>
                  <a:lnTo>
                    <a:pt x="4547" y="0"/>
                  </a:lnTo>
                  <a:close/>
                  <a:moveTo>
                    <a:pt x="10105" y="1271"/>
                  </a:moveTo>
                  <a:lnTo>
                    <a:pt x="1389" y="1482"/>
                  </a:lnTo>
                  <a:lnTo>
                    <a:pt x="884" y="2753"/>
                  </a:lnTo>
                  <a:lnTo>
                    <a:pt x="884" y="19694"/>
                  </a:lnTo>
                  <a:lnTo>
                    <a:pt x="1516" y="20329"/>
                  </a:lnTo>
                  <a:lnTo>
                    <a:pt x="20589" y="20118"/>
                  </a:lnTo>
                  <a:lnTo>
                    <a:pt x="20842" y="18847"/>
                  </a:lnTo>
                  <a:lnTo>
                    <a:pt x="20716" y="2329"/>
                  </a:lnTo>
                  <a:lnTo>
                    <a:pt x="19832" y="1271"/>
                  </a:lnTo>
                  <a:close/>
                </a:path>
              </a:pathLst>
            </a:custGeom>
            <a:solidFill xmlns:a="http://schemas.openxmlformats.org/drawingml/2006/main">
              <a:srgbClr val="F5E1C5"/>
            </a:solidFill>
            <a:ln xmlns:a="http://schemas.openxmlformats.org/drawingml/2006/main">
              <a:noFill/>
            </a:ln>
          </p:spPr>
        </p:sp>
        <p:sp>
          <p:nvSpPr>
            <p:cNvPr id="43" name="scene-outline-object-n111-paint-0"/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H="0" flipV="0">
              <a:off x="4625326" y="6836950"/>
              <a:ext cx="1919735" cy="1145105"/>
            </a:xfrm>
            <a:custGeom xmlns:a="http://schemas.openxmlformats.org/drawingml/2006/main"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10484" y="0"/>
                  </a:moveTo>
                  <a:lnTo>
                    <a:pt x="10863" y="0"/>
                  </a:lnTo>
                  <a:lnTo>
                    <a:pt x="10863" y="635"/>
                  </a:lnTo>
                  <a:lnTo>
                    <a:pt x="10989" y="424"/>
                  </a:lnTo>
                  <a:lnTo>
                    <a:pt x="11116" y="635"/>
                  </a:lnTo>
                  <a:lnTo>
                    <a:pt x="20211" y="635"/>
                  </a:lnTo>
                  <a:lnTo>
                    <a:pt x="20211" y="847"/>
                  </a:lnTo>
                  <a:lnTo>
                    <a:pt x="20716" y="1059"/>
                  </a:lnTo>
                  <a:lnTo>
                    <a:pt x="21095" y="1694"/>
                  </a:lnTo>
                  <a:lnTo>
                    <a:pt x="21095" y="2329"/>
                  </a:lnTo>
                  <a:lnTo>
                    <a:pt x="21221" y="2329"/>
                  </a:lnTo>
                  <a:lnTo>
                    <a:pt x="21221" y="19482"/>
                  </a:lnTo>
                  <a:lnTo>
                    <a:pt x="20842" y="20118"/>
                  </a:lnTo>
                  <a:lnTo>
                    <a:pt x="20842" y="20541"/>
                  </a:lnTo>
                  <a:lnTo>
                    <a:pt x="20337" y="20753"/>
                  </a:lnTo>
                  <a:lnTo>
                    <a:pt x="20337" y="20965"/>
                  </a:lnTo>
                  <a:lnTo>
                    <a:pt x="10863" y="20965"/>
                  </a:lnTo>
                  <a:lnTo>
                    <a:pt x="10863" y="21600"/>
                  </a:lnTo>
                  <a:lnTo>
                    <a:pt x="10484" y="21600"/>
                  </a:lnTo>
                  <a:lnTo>
                    <a:pt x="10358" y="20965"/>
                  </a:lnTo>
                  <a:lnTo>
                    <a:pt x="1263" y="20965"/>
                  </a:lnTo>
                  <a:lnTo>
                    <a:pt x="632" y="19906"/>
                  </a:lnTo>
                  <a:lnTo>
                    <a:pt x="505" y="19906"/>
                  </a:lnTo>
                  <a:lnTo>
                    <a:pt x="505" y="19271"/>
                  </a:lnTo>
                  <a:lnTo>
                    <a:pt x="379" y="19271"/>
                  </a:lnTo>
                  <a:lnTo>
                    <a:pt x="379" y="2541"/>
                  </a:lnTo>
                  <a:lnTo>
                    <a:pt x="505" y="2541"/>
                  </a:lnTo>
                  <a:lnTo>
                    <a:pt x="632" y="1694"/>
                  </a:lnTo>
                  <a:lnTo>
                    <a:pt x="1137" y="847"/>
                  </a:lnTo>
                  <a:lnTo>
                    <a:pt x="1516" y="847"/>
                  </a:lnTo>
                  <a:lnTo>
                    <a:pt x="1516" y="635"/>
                  </a:lnTo>
                  <a:lnTo>
                    <a:pt x="10232" y="635"/>
                  </a:lnTo>
                  <a:lnTo>
                    <a:pt x="10232" y="424"/>
                  </a:lnTo>
                  <a:lnTo>
                    <a:pt x="10611" y="424"/>
                  </a:lnTo>
                  <a:close/>
                  <a:moveTo>
                    <a:pt x="1516" y="1059"/>
                  </a:moveTo>
                  <a:lnTo>
                    <a:pt x="1263" y="1482"/>
                  </a:lnTo>
                  <a:lnTo>
                    <a:pt x="884" y="1694"/>
                  </a:lnTo>
                  <a:lnTo>
                    <a:pt x="758" y="2753"/>
                  </a:lnTo>
                  <a:lnTo>
                    <a:pt x="632" y="2753"/>
                  </a:lnTo>
                  <a:lnTo>
                    <a:pt x="632" y="19271"/>
                  </a:lnTo>
                  <a:lnTo>
                    <a:pt x="884" y="19694"/>
                  </a:lnTo>
                  <a:lnTo>
                    <a:pt x="884" y="20118"/>
                  </a:lnTo>
                  <a:lnTo>
                    <a:pt x="1389" y="20329"/>
                  </a:lnTo>
                  <a:lnTo>
                    <a:pt x="1389" y="20541"/>
                  </a:lnTo>
                  <a:lnTo>
                    <a:pt x="20337" y="20541"/>
                  </a:lnTo>
                  <a:lnTo>
                    <a:pt x="20716" y="19906"/>
                  </a:lnTo>
                  <a:lnTo>
                    <a:pt x="20842" y="19906"/>
                  </a:lnTo>
                  <a:lnTo>
                    <a:pt x="20842" y="19482"/>
                  </a:lnTo>
                  <a:lnTo>
                    <a:pt x="20968" y="19482"/>
                  </a:lnTo>
                  <a:lnTo>
                    <a:pt x="20968" y="2329"/>
                  </a:lnTo>
                  <a:lnTo>
                    <a:pt x="20211" y="1059"/>
                  </a:lnTo>
                  <a:close/>
                </a:path>
              </a:pathLst>
            </a:custGeom>
            <a:solidFill xmlns:a="http://schemas.openxmlformats.org/drawingml/2006/main">
              <a:srgbClr val="BC8051"/>
            </a:solidFill>
            <a:ln xmlns:a="http://schemas.openxmlformats.org/drawingml/2006/main">
              <a:noFill/>
            </a:ln>
          </p:spPr>
        </p:sp>
      </p:grpSp>
      <p:grpSp>
        <p:nvGrpSpPr>
          <p:cNvPr id="44" name="scene-unit-object-n112"/>
          <p:cNvGrpSpPr/>
          <p:nvPr/>
        </p:nvGrpSpPr>
        <p:grpSpPr>
          <a:xfrm xmlns:a="http://schemas.openxmlformats.org/drawingml/2006/main">
            <a:off x="6734642" y="6835680"/>
            <a:ext cx="1877369" cy="1147645"/>
            <a:chOff x="6734642" y="6835680"/>
            <a:chExt cx="1877369" cy="1147645"/>
          </a:xfrm>
        </p:grpSpPr>
        <p:sp>
          <p:nvSpPr>
            <p:cNvPr id="45" name="scene-container-object-n112"/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H="0" flipV="0">
              <a:off x="6735912" y="6836950"/>
              <a:ext cx="1874829" cy="1145105"/>
            </a:xfrm>
            <a:custGeom xmlns:a="http://schemas.openxmlformats.org/drawingml/2006/main"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13710" y="212"/>
                  </a:moveTo>
                  <a:lnTo>
                    <a:pt x="20307" y="424"/>
                  </a:lnTo>
                  <a:lnTo>
                    <a:pt x="21212" y="1271"/>
                  </a:lnTo>
                  <a:lnTo>
                    <a:pt x="21600" y="2753"/>
                  </a:lnTo>
                  <a:lnTo>
                    <a:pt x="21471" y="19482"/>
                  </a:lnTo>
                  <a:lnTo>
                    <a:pt x="20565" y="21388"/>
                  </a:lnTo>
                  <a:lnTo>
                    <a:pt x="776" y="21388"/>
                  </a:lnTo>
                  <a:lnTo>
                    <a:pt x="259" y="20541"/>
                  </a:lnTo>
                  <a:lnTo>
                    <a:pt x="0" y="19482"/>
                  </a:lnTo>
                  <a:lnTo>
                    <a:pt x="129" y="1694"/>
                  </a:lnTo>
                  <a:lnTo>
                    <a:pt x="1552" y="212"/>
                  </a:lnTo>
                  <a:close/>
                </a:path>
              </a:pathLst>
            </a:custGeom>
            <a:solidFill xmlns:a="http://schemas.openxmlformats.org/drawingml/2006/main">
              <a:srgbClr val="FDF6F2"/>
            </a:solidFill>
            <a:ln xmlns:a="http://schemas.openxmlformats.org/drawingml/2006/main">
              <a:noFill/>
            </a:ln>
          </p:spPr>
        </p:sp>
        <p:sp>
          <p:nvSpPr>
            <p:cNvPr id="46" name="scene-outline-object-n112"/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H="0" flipV="0">
              <a:off x="6735912" y="6836950"/>
              <a:ext cx="1874829" cy="1145105"/>
            </a:xfrm>
            <a:custGeom xmlns:a="http://schemas.openxmlformats.org/drawingml/2006/main"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13710" y="212"/>
                  </a:moveTo>
                  <a:lnTo>
                    <a:pt x="20307" y="424"/>
                  </a:lnTo>
                  <a:lnTo>
                    <a:pt x="21212" y="1271"/>
                  </a:lnTo>
                  <a:lnTo>
                    <a:pt x="21600" y="2753"/>
                  </a:lnTo>
                  <a:lnTo>
                    <a:pt x="21471" y="19482"/>
                  </a:lnTo>
                  <a:lnTo>
                    <a:pt x="20565" y="21388"/>
                  </a:lnTo>
                  <a:lnTo>
                    <a:pt x="776" y="21388"/>
                  </a:lnTo>
                  <a:lnTo>
                    <a:pt x="259" y="20541"/>
                  </a:lnTo>
                  <a:lnTo>
                    <a:pt x="0" y="19482"/>
                  </a:lnTo>
                  <a:lnTo>
                    <a:pt x="129" y="1694"/>
                  </a:lnTo>
                  <a:lnTo>
                    <a:pt x="1552" y="212"/>
                  </a:lnTo>
                  <a:close/>
                  <a:moveTo>
                    <a:pt x="9313" y="1482"/>
                  </a:moveTo>
                  <a:lnTo>
                    <a:pt x="1552" y="1482"/>
                  </a:lnTo>
                  <a:lnTo>
                    <a:pt x="647" y="2541"/>
                  </a:lnTo>
                  <a:lnTo>
                    <a:pt x="647" y="19059"/>
                  </a:lnTo>
                  <a:lnTo>
                    <a:pt x="1164" y="20329"/>
                  </a:lnTo>
                  <a:lnTo>
                    <a:pt x="20565" y="20118"/>
                  </a:lnTo>
                  <a:lnTo>
                    <a:pt x="20953" y="18847"/>
                  </a:lnTo>
                  <a:lnTo>
                    <a:pt x="20695" y="1906"/>
                  </a:lnTo>
                  <a:lnTo>
                    <a:pt x="20048" y="1482"/>
                  </a:lnTo>
                  <a:close/>
                </a:path>
              </a:pathLst>
            </a:custGeom>
            <a:solidFill xmlns:a="http://schemas.openxmlformats.org/drawingml/2006/main">
              <a:srgbClr val="F5E0C2"/>
            </a:solidFill>
            <a:ln xmlns:a="http://schemas.openxmlformats.org/drawingml/2006/main">
              <a:noFill/>
            </a:ln>
          </p:spPr>
        </p:sp>
        <p:sp>
          <p:nvSpPr>
            <p:cNvPr id="47" name="scene-outline-object-n112-paint-0"/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H="0" flipV="0">
              <a:off x="6735912" y="6836950"/>
              <a:ext cx="1874829" cy="1145105"/>
            </a:xfrm>
            <a:custGeom xmlns:a="http://schemas.openxmlformats.org/drawingml/2006/main"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9959" y="635"/>
                  </a:moveTo>
                  <a:lnTo>
                    <a:pt x="9959" y="212"/>
                  </a:lnTo>
                  <a:lnTo>
                    <a:pt x="10218" y="212"/>
                  </a:lnTo>
                  <a:lnTo>
                    <a:pt x="10218" y="635"/>
                  </a:lnTo>
                  <a:lnTo>
                    <a:pt x="20177" y="635"/>
                  </a:lnTo>
                  <a:lnTo>
                    <a:pt x="20436" y="1059"/>
                  </a:lnTo>
                  <a:lnTo>
                    <a:pt x="20824" y="1271"/>
                  </a:lnTo>
                  <a:lnTo>
                    <a:pt x="21083" y="1694"/>
                  </a:lnTo>
                  <a:lnTo>
                    <a:pt x="21083" y="2118"/>
                  </a:lnTo>
                  <a:lnTo>
                    <a:pt x="21212" y="2118"/>
                  </a:lnTo>
                  <a:lnTo>
                    <a:pt x="21212" y="19694"/>
                  </a:lnTo>
                  <a:lnTo>
                    <a:pt x="20695" y="20541"/>
                  </a:lnTo>
                  <a:lnTo>
                    <a:pt x="20695" y="20753"/>
                  </a:lnTo>
                  <a:lnTo>
                    <a:pt x="20436" y="20753"/>
                  </a:lnTo>
                  <a:lnTo>
                    <a:pt x="20436" y="20965"/>
                  </a:lnTo>
                  <a:lnTo>
                    <a:pt x="10347" y="20965"/>
                  </a:lnTo>
                  <a:lnTo>
                    <a:pt x="10347" y="21600"/>
                  </a:lnTo>
                  <a:lnTo>
                    <a:pt x="9959" y="21600"/>
                  </a:lnTo>
                  <a:lnTo>
                    <a:pt x="9830" y="20965"/>
                  </a:lnTo>
                  <a:lnTo>
                    <a:pt x="1035" y="20965"/>
                  </a:lnTo>
                  <a:lnTo>
                    <a:pt x="259" y="19694"/>
                  </a:lnTo>
                  <a:lnTo>
                    <a:pt x="259" y="19271"/>
                  </a:lnTo>
                  <a:lnTo>
                    <a:pt x="129" y="19271"/>
                  </a:lnTo>
                  <a:lnTo>
                    <a:pt x="129" y="2753"/>
                  </a:lnTo>
                  <a:lnTo>
                    <a:pt x="259" y="2753"/>
                  </a:lnTo>
                  <a:lnTo>
                    <a:pt x="388" y="1694"/>
                  </a:lnTo>
                  <a:lnTo>
                    <a:pt x="905" y="847"/>
                  </a:lnTo>
                  <a:lnTo>
                    <a:pt x="1293" y="847"/>
                  </a:lnTo>
                  <a:lnTo>
                    <a:pt x="1293" y="635"/>
                  </a:lnTo>
                  <a:close/>
                  <a:moveTo>
                    <a:pt x="1423" y="1059"/>
                  </a:moveTo>
                  <a:lnTo>
                    <a:pt x="1423" y="1271"/>
                  </a:lnTo>
                  <a:lnTo>
                    <a:pt x="776" y="1482"/>
                  </a:lnTo>
                  <a:lnTo>
                    <a:pt x="776" y="1906"/>
                  </a:lnTo>
                  <a:lnTo>
                    <a:pt x="517" y="2118"/>
                  </a:lnTo>
                  <a:lnTo>
                    <a:pt x="517" y="2753"/>
                  </a:lnTo>
                  <a:lnTo>
                    <a:pt x="388" y="2753"/>
                  </a:lnTo>
                  <a:lnTo>
                    <a:pt x="388" y="19059"/>
                  </a:lnTo>
                  <a:lnTo>
                    <a:pt x="517" y="19059"/>
                  </a:lnTo>
                  <a:lnTo>
                    <a:pt x="647" y="20118"/>
                  </a:lnTo>
                  <a:lnTo>
                    <a:pt x="905" y="20118"/>
                  </a:lnTo>
                  <a:lnTo>
                    <a:pt x="1035" y="20541"/>
                  </a:lnTo>
                  <a:lnTo>
                    <a:pt x="20436" y="20541"/>
                  </a:lnTo>
                  <a:lnTo>
                    <a:pt x="20953" y="19694"/>
                  </a:lnTo>
                  <a:lnTo>
                    <a:pt x="20953" y="3388"/>
                  </a:lnTo>
                  <a:lnTo>
                    <a:pt x="21083" y="3176"/>
                  </a:lnTo>
                  <a:lnTo>
                    <a:pt x="20953" y="3176"/>
                  </a:lnTo>
                  <a:lnTo>
                    <a:pt x="20953" y="2118"/>
                  </a:lnTo>
                  <a:lnTo>
                    <a:pt x="20436" y="1271"/>
                  </a:lnTo>
                  <a:lnTo>
                    <a:pt x="20177" y="1271"/>
                  </a:lnTo>
                  <a:lnTo>
                    <a:pt x="20177" y="1059"/>
                  </a:lnTo>
                  <a:close/>
                </a:path>
              </a:pathLst>
            </a:custGeom>
            <a:solidFill xmlns:a="http://schemas.openxmlformats.org/drawingml/2006/main">
              <a:srgbClr val="BE8457"/>
            </a:solidFill>
            <a:ln xmlns:a="http://schemas.openxmlformats.org/drawingml/2006/main">
              <a:noFill/>
            </a:ln>
          </p:spPr>
        </p:sp>
      </p:grpSp>
      <p:sp>
        <p:nvSpPr>
          <p:cNvPr id="48" name="scene-container-object-n10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903470" y="1886055"/>
            <a:ext cx="3558807" cy="527646"/>
          </a:xfrm>
          <a:custGeom xmlns:a="http://schemas.openxmlformats.org/drawingml/2006/main">
            <a:avLst/>
            <a:gdLst/>
            <a:ahLst/>
            <a:cxnLst/>
            <a:rect l="l" t="t" r="r" b="b"/>
            <a:pathLst>
              <a:path w="21600" h="21600">
                <a:moveTo>
                  <a:pt x="341" y="0"/>
                </a:moveTo>
                <a:lnTo>
                  <a:pt x="9608" y="0"/>
                </a:lnTo>
                <a:lnTo>
                  <a:pt x="9608" y="460"/>
                </a:lnTo>
                <a:lnTo>
                  <a:pt x="9812" y="460"/>
                </a:lnTo>
                <a:lnTo>
                  <a:pt x="9812" y="0"/>
                </a:lnTo>
                <a:lnTo>
                  <a:pt x="21259" y="0"/>
                </a:lnTo>
                <a:lnTo>
                  <a:pt x="21396" y="919"/>
                </a:lnTo>
                <a:lnTo>
                  <a:pt x="21532" y="919"/>
                </a:lnTo>
                <a:lnTo>
                  <a:pt x="21600" y="4136"/>
                </a:lnTo>
                <a:lnTo>
                  <a:pt x="21532" y="4136"/>
                </a:lnTo>
                <a:lnTo>
                  <a:pt x="21532" y="19762"/>
                </a:lnTo>
                <a:lnTo>
                  <a:pt x="21464" y="19762"/>
                </a:lnTo>
                <a:lnTo>
                  <a:pt x="21464" y="20681"/>
                </a:lnTo>
                <a:lnTo>
                  <a:pt x="20646" y="21600"/>
                </a:lnTo>
                <a:lnTo>
                  <a:pt x="20646" y="21140"/>
                </a:lnTo>
                <a:lnTo>
                  <a:pt x="18943" y="21140"/>
                </a:lnTo>
                <a:lnTo>
                  <a:pt x="18874" y="20681"/>
                </a:lnTo>
                <a:lnTo>
                  <a:pt x="18874" y="21140"/>
                </a:lnTo>
                <a:lnTo>
                  <a:pt x="17512" y="21140"/>
                </a:lnTo>
                <a:lnTo>
                  <a:pt x="17444" y="20681"/>
                </a:lnTo>
                <a:lnTo>
                  <a:pt x="17444" y="21140"/>
                </a:lnTo>
                <a:lnTo>
                  <a:pt x="3407" y="21140"/>
                </a:lnTo>
                <a:lnTo>
                  <a:pt x="3407" y="20681"/>
                </a:lnTo>
                <a:lnTo>
                  <a:pt x="545" y="21140"/>
                </a:lnTo>
                <a:lnTo>
                  <a:pt x="204" y="18843"/>
                </a:lnTo>
                <a:lnTo>
                  <a:pt x="0" y="18383"/>
                </a:lnTo>
                <a:lnTo>
                  <a:pt x="0" y="3217"/>
                </a:lnTo>
                <a:lnTo>
                  <a:pt x="341" y="919"/>
                </a:lnTo>
                <a:close/>
              </a:path>
            </a:pathLst>
          </a:custGeom>
          <a:solidFill xmlns:a="http://schemas.openxmlformats.org/drawingml/2006/main">
            <a:srgbClr val="E2F0F9"/>
          </a:solidFill>
          <a:ln xmlns:a="http://schemas.openxmlformats.org/drawingml/2006/main">
            <a:noFill/>
          </a:ln>
        </p:spPr>
      </p:sp>
      <p:sp>
        <p:nvSpPr>
          <p:cNvPr id="49" name="scene-container-object-n100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267757" y="1886055"/>
            <a:ext cx="3120972" cy="505193"/>
          </a:xfrm>
          <a:custGeom xmlns:a="http://schemas.openxmlformats.org/drawingml/2006/main">
            <a:avLst/>
            <a:gdLst/>
            <a:ahLst/>
            <a:cxnLst/>
            <a:rect l="l" t="t" r="r" b="b"/>
            <a:pathLst>
              <a:path w="21600" h="21600">
                <a:moveTo>
                  <a:pt x="311" y="0"/>
                </a:moveTo>
                <a:lnTo>
                  <a:pt x="21056" y="0"/>
                </a:lnTo>
                <a:lnTo>
                  <a:pt x="21056" y="480"/>
                </a:lnTo>
                <a:lnTo>
                  <a:pt x="21289" y="480"/>
                </a:lnTo>
                <a:lnTo>
                  <a:pt x="21522" y="1920"/>
                </a:lnTo>
                <a:lnTo>
                  <a:pt x="21522" y="2880"/>
                </a:lnTo>
                <a:lnTo>
                  <a:pt x="21600" y="2880"/>
                </a:lnTo>
                <a:lnTo>
                  <a:pt x="21600" y="19680"/>
                </a:lnTo>
                <a:lnTo>
                  <a:pt x="21212" y="20640"/>
                </a:lnTo>
                <a:lnTo>
                  <a:pt x="21056" y="21600"/>
                </a:lnTo>
                <a:lnTo>
                  <a:pt x="388" y="21120"/>
                </a:lnTo>
                <a:lnTo>
                  <a:pt x="78" y="19200"/>
                </a:lnTo>
                <a:lnTo>
                  <a:pt x="0" y="19200"/>
                </a:lnTo>
                <a:lnTo>
                  <a:pt x="0" y="4800"/>
                </a:lnTo>
                <a:lnTo>
                  <a:pt x="78" y="4800"/>
                </a:lnTo>
                <a:lnTo>
                  <a:pt x="233" y="960"/>
                </a:lnTo>
                <a:lnTo>
                  <a:pt x="311" y="960"/>
                </a:lnTo>
                <a:close/>
              </a:path>
            </a:pathLst>
          </a:custGeom>
          <a:solidFill xmlns:a="http://schemas.openxmlformats.org/drawingml/2006/main">
            <a:srgbClr val="FBE7DA"/>
          </a:solidFill>
          <a:ln xmlns:a="http://schemas.openxmlformats.org/drawingml/2006/main">
            <a:noFill/>
          </a:ln>
        </p:spPr>
      </p:sp>
      <p:grpSp>
        <p:nvGrpSpPr>
          <p:cNvPr id="50" name="scene-unit-object-n104"/>
          <p:cNvGrpSpPr/>
          <p:nvPr/>
        </p:nvGrpSpPr>
        <p:grpSpPr>
          <a:xfrm xmlns:a="http://schemas.openxmlformats.org/drawingml/2006/main">
            <a:off x="717227" y="2973758"/>
            <a:ext cx="1461988" cy="765943"/>
            <a:chOff x="717227" y="2973758"/>
            <a:chExt cx="1461988" cy="765943"/>
          </a:xfrm>
        </p:grpSpPr>
        <p:sp>
          <p:nvSpPr>
            <p:cNvPr id="51" name="scene-container-object-n104"/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H="0" flipV="0">
              <a:off x="718497" y="2975028"/>
              <a:ext cx="1459448" cy="763403"/>
            </a:xfrm>
            <a:custGeom xmlns:a="http://schemas.openxmlformats.org/drawingml/2006/main"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2991" y="0"/>
                  </a:moveTo>
                  <a:lnTo>
                    <a:pt x="18942" y="318"/>
                  </a:lnTo>
                  <a:lnTo>
                    <a:pt x="20603" y="953"/>
                  </a:lnTo>
                  <a:lnTo>
                    <a:pt x="21434" y="2859"/>
                  </a:lnTo>
                  <a:lnTo>
                    <a:pt x="21434" y="18741"/>
                  </a:lnTo>
                  <a:lnTo>
                    <a:pt x="20271" y="21282"/>
                  </a:lnTo>
                  <a:lnTo>
                    <a:pt x="5483" y="21600"/>
                  </a:lnTo>
                  <a:lnTo>
                    <a:pt x="1495" y="20965"/>
                  </a:lnTo>
                  <a:lnTo>
                    <a:pt x="166" y="19059"/>
                  </a:lnTo>
                  <a:lnTo>
                    <a:pt x="0" y="3812"/>
                  </a:lnTo>
                  <a:lnTo>
                    <a:pt x="498" y="1588"/>
                  </a:lnTo>
                  <a:close/>
                </a:path>
              </a:pathLst>
            </a:custGeom>
            <a:solidFill xmlns:a="http://schemas.openxmlformats.org/drawingml/2006/main">
              <a:srgbClr val="CE3607"/>
            </a:solidFill>
            <a:ln xmlns:a="http://schemas.openxmlformats.org/drawingml/2006/main">
              <a:noFill/>
            </a:ln>
          </p:spPr>
        </p:sp>
        <p:sp>
          <p:nvSpPr>
            <p:cNvPr id="52" name="scene-outline-object-n104"/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H="0" flipV="0">
              <a:off x="718497" y="2975028"/>
              <a:ext cx="1459448" cy="763403"/>
            </a:xfrm>
            <a:custGeom xmlns:a="http://schemas.openxmlformats.org/drawingml/2006/main"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2991" y="0"/>
                  </a:moveTo>
                  <a:lnTo>
                    <a:pt x="19772" y="318"/>
                  </a:lnTo>
                  <a:lnTo>
                    <a:pt x="21268" y="1906"/>
                  </a:lnTo>
                  <a:lnTo>
                    <a:pt x="21600" y="4765"/>
                  </a:lnTo>
                  <a:lnTo>
                    <a:pt x="21434" y="18741"/>
                  </a:lnTo>
                  <a:lnTo>
                    <a:pt x="21268" y="19694"/>
                  </a:lnTo>
                  <a:lnTo>
                    <a:pt x="20603" y="20012"/>
                  </a:lnTo>
                  <a:lnTo>
                    <a:pt x="19938" y="21600"/>
                  </a:lnTo>
                  <a:lnTo>
                    <a:pt x="1994" y="21282"/>
                  </a:lnTo>
                  <a:lnTo>
                    <a:pt x="332" y="19694"/>
                  </a:lnTo>
                  <a:lnTo>
                    <a:pt x="0" y="17471"/>
                  </a:lnTo>
                  <a:lnTo>
                    <a:pt x="166" y="3494"/>
                  </a:lnTo>
                  <a:lnTo>
                    <a:pt x="997" y="953"/>
                  </a:lnTo>
                  <a:close/>
                  <a:moveTo>
                    <a:pt x="2160" y="1271"/>
                  </a:moveTo>
                  <a:lnTo>
                    <a:pt x="665" y="3176"/>
                  </a:lnTo>
                  <a:lnTo>
                    <a:pt x="498" y="17788"/>
                  </a:lnTo>
                  <a:lnTo>
                    <a:pt x="997" y="18741"/>
                  </a:lnTo>
                  <a:lnTo>
                    <a:pt x="1329" y="20012"/>
                  </a:lnTo>
                  <a:lnTo>
                    <a:pt x="20271" y="20012"/>
                  </a:lnTo>
                  <a:lnTo>
                    <a:pt x="20935" y="17788"/>
                  </a:lnTo>
                  <a:lnTo>
                    <a:pt x="20935" y="3812"/>
                  </a:lnTo>
                  <a:lnTo>
                    <a:pt x="19772" y="1271"/>
                  </a:lnTo>
                  <a:close/>
                </a:path>
              </a:pathLst>
            </a:custGeom>
            <a:solidFill xmlns:a="http://schemas.openxmlformats.org/drawingml/2006/main">
              <a:srgbClr val="F5D5C4"/>
            </a:solidFill>
            <a:ln xmlns:a="http://schemas.openxmlformats.org/drawingml/2006/main">
              <a:noFill/>
            </a:ln>
          </p:spPr>
        </p:sp>
        <p:sp>
          <p:nvSpPr>
            <p:cNvPr id="53" name="scene-outline-object-n104-paint-0"/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H="0" flipV="0">
              <a:off x="718497" y="2975028"/>
              <a:ext cx="1459448" cy="763403"/>
            </a:xfrm>
            <a:custGeom xmlns:a="http://schemas.openxmlformats.org/drawingml/2006/main"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19938" y="953"/>
                  </a:moveTo>
                  <a:lnTo>
                    <a:pt x="21102" y="3176"/>
                  </a:lnTo>
                  <a:lnTo>
                    <a:pt x="21102" y="3812"/>
                  </a:lnTo>
                  <a:lnTo>
                    <a:pt x="21268" y="3812"/>
                  </a:lnTo>
                  <a:lnTo>
                    <a:pt x="21268" y="18106"/>
                  </a:lnTo>
                  <a:lnTo>
                    <a:pt x="20769" y="19059"/>
                  </a:lnTo>
                  <a:lnTo>
                    <a:pt x="20603" y="20012"/>
                  </a:lnTo>
                  <a:lnTo>
                    <a:pt x="20271" y="20012"/>
                  </a:lnTo>
                  <a:lnTo>
                    <a:pt x="20769" y="17788"/>
                  </a:lnTo>
                  <a:lnTo>
                    <a:pt x="20935" y="17788"/>
                  </a:lnTo>
                  <a:lnTo>
                    <a:pt x="21102" y="6353"/>
                  </a:lnTo>
                  <a:lnTo>
                    <a:pt x="20935" y="6353"/>
                  </a:lnTo>
                  <a:lnTo>
                    <a:pt x="20935" y="4765"/>
                  </a:lnTo>
                  <a:lnTo>
                    <a:pt x="20769" y="4447"/>
                  </a:lnTo>
                  <a:lnTo>
                    <a:pt x="20935" y="4447"/>
                  </a:lnTo>
                  <a:lnTo>
                    <a:pt x="20603" y="2859"/>
                  </a:lnTo>
                  <a:lnTo>
                    <a:pt x="19772" y="1271"/>
                  </a:lnTo>
                  <a:lnTo>
                    <a:pt x="19108" y="1588"/>
                  </a:lnTo>
                  <a:lnTo>
                    <a:pt x="19108" y="1271"/>
                  </a:lnTo>
                  <a:lnTo>
                    <a:pt x="3988" y="1271"/>
                  </a:lnTo>
                  <a:lnTo>
                    <a:pt x="3988" y="1588"/>
                  </a:lnTo>
                  <a:lnTo>
                    <a:pt x="3655" y="1588"/>
                  </a:lnTo>
                  <a:lnTo>
                    <a:pt x="3655" y="1271"/>
                  </a:lnTo>
                  <a:lnTo>
                    <a:pt x="1495" y="1588"/>
                  </a:lnTo>
                  <a:lnTo>
                    <a:pt x="665" y="3176"/>
                  </a:lnTo>
                  <a:lnTo>
                    <a:pt x="498" y="4765"/>
                  </a:lnTo>
                  <a:lnTo>
                    <a:pt x="665" y="4765"/>
                  </a:lnTo>
                  <a:lnTo>
                    <a:pt x="665" y="6353"/>
                  </a:lnTo>
                  <a:lnTo>
                    <a:pt x="498" y="6353"/>
                  </a:lnTo>
                  <a:lnTo>
                    <a:pt x="498" y="17788"/>
                  </a:lnTo>
                  <a:lnTo>
                    <a:pt x="831" y="17788"/>
                  </a:lnTo>
                  <a:lnTo>
                    <a:pt x="997" y="19376"/>
                  </a:lnTo>
                  <a:lnTo>
                    <a:pt x="1329" y="20012"/>
                  </a:lnTo>
                  <a:lnTo>
                    <a:pt x="831" y="19694"/>
                  </a:lnTo>
                  <a:lnTo>
                    <a:pt x="498" y="18106"/>
                  </a:lnTo>
                  <a:lnTo>
                    <a:pt x="332" y="18106"/>
                  </a:lnTo>
                  <a:lnTo>
                    <a:pt x="332" y="3494"/>
                  </a:lnTo>
                  <a:lnTo>
                    <a:pt x="665" y="2859"/>
                  </a:lnTo>
                  <a:lnTo>
                    <a:pt x="831" y="1906"/>
                  </a:lnTo>
                  <a:lnTo>
                    <a:pt x="1662" y="1271"/>
                  </a:lnTo>
                  <a:lnTo>
                    <a:pt x="1662" y="953"/>
                  </a:lnTo>
                  <a:close/>
                  <a:moveTo>
                    <a:pt x="1329" y="20012"/>
                  </a:moveTo>
                  <a:lnTo>
                    <a:pt x="1994" y="20012"/>
                  </a:lnTo>
                  <a:lnTo>
                    <a:pt x="1994" y="20329"/>
                  </a:lnTo>
                  <a:lnTo>
                    <a:pt x="19938" y="20329"/>
                  </a:lnTo>
                  <a:lnTo>
                    <a:pt x="19938" y="20647"/>
                  </a:lnTo>
                  <a:lnTo>
                    <a:pt x="19440" y="20647"/>
                  </a:lnTo>
                  <a:lnTo>
                    <a:pt x="19440" y="20965"/>
                  </a:lnTo>
                  <a:lnTo>
                    <a:pt x="2160" y="20965"/>
                  </a:lnTo>
                  <a:lnTo>
                    <a:pt x="2160" y="20647"/>
                  </a:lnTo>
                  <a:lnTo>
                    <a:pt x="1495" y="20647"/>
                  </a:lnTo>
                  <a:close/>
                  <a:moveTo>
                    <a:pt x="20271" y="20012"/>
                  </a:moveTo>
                  <a:lnTo>
                    <a:pt x="20271" y="20329"/>
                  </a:lnTo>
                  <a:lnTo>
                    <a:pt x="19938" y="20329"/>
                  </a:lnTo>
                  <a:lnTo>
                    <a:pt x="19938" y="20012"/>
                  </a:lnTo>
                  <a:close/>
                </a:path>
              </a:pathLst>
            </a:custGeom>
            <a:solidFill xmlns:a="http://schemas.openxmlformats.org/drawingml/2006/main">
              <a:srgbClr val="B44726"/>
            </a:solidFill>
            <a:ln xmlns:a="http://schemas.openxmlformats.org/drawingml/2006/main">
              <a:noFill/>
            </a:ln>
          </p:spPr>
        </p:sp>
      </p:grpSp>
      <p:sp>
        <p:nvSpPr>
          <p:cNvPr id="54" name="scene-container-object-n113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756685" y="6937989"/>
            <a:ext cx="499580" cy="999160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0">
                <a:srgbClr val="EDF7F4"/>
              </a:gs>
              <a:gs pos="100000">
                <a:srgbClr val="F0F8F5"/>
              </a:gs>
            </a:gsLst>
            <a:lin ang="5400000" scaled="0"/>
          </a:gradFill>
          <a:ln xmlns:a="http://schemas.openxmlformats.org/drawingml/2006/main">
            <a:noFill/>
          </a:ln>
        </p:spPr>
      </p:sp>
      <p:grpSp>
        <p:nvGrpSpPr>
          <p:cNvPr id="55" name="scene-unit-object-n124"/>
          <p:cNvGrpSpPr/>
          <p:nvPr/>
        </p:nvGrpSpPr>
        <p:grpSpPr>
          <a:xfrm xmlns:a="http://schemas.openxmlformats.org/drawingml/2006/main">
            <a:off x="470244" y="11943747"/>
            <a:ext cx="563866" cy="552639"/>
            <a:chOff x="470244" y="11943747"/>
            <a:chExt cx="563866" cy="552639"/>
          </a:xfrm>
        </p:grpSpPr>
        <p:sp>
          <p:nvSpPr>
            <p:cNvPr id="56" name="scene-container-object-n124"/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H="0" flipV="0">
              <a:off x="471514" y="11945017"/>
              <a:ext cx="561326" cy="550099"/>
            </a:xfrm>
            <a:custGeom xmlns:a="http://schemas.openxmlformats.org/drawingml/2006/main"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7776" y="0"/>
                  </a:moveTo>
                  <a:lnTo>
                    <a:pt x="16416" y="882"/>
                  </a:lnTo>
                  <a:lnTo>
                    <a:pt x="20736" y="6171"/>
                  </a:lnTo>
                  <a:lnTo>
                    <a:pt x="21600" y="10139"/>
                  </a:lnTo>
                  <a:lnTo>
                    <a:pt x="21168" y="14988"/>
                  </a:lnTo>
                  <a:lnTo>
                    <a:pt x="17280" y="19837"/>
                  </a:lnTo>
                  <a:lnTo>
                    <a:pt x="13392" y="21600"/>
                  </a:lnTo>
                  <a:lnTo>
                    <a:pt x="5616" y="20718"/>
                  </a:lnTo>
                  <a:lnTo>
                    <a:pt x="864" y="15869"/>
                  </a:lnTo>
                  <a:lnTo>
                    <a:pt x="0" y="8816"/>
                  </a:lnTo>
                  <a:lnTo>
                    <a:pt x="1728" y="4408"/>
                  </a:lnTo>
                  <a:lnTo>
                    <a:pt x="4320" y="1322"/>
                  </a:lnTo>
                  <a:close/>
                </a:path>
              </a:pathLst>
            </a:custGeom>
            <a:solidFill xmlns:a="http://schemas.openxmlformats.org/drawingml/2006/main">
              <a:srgbClr val="D43505"/>
            </a:solidFill>
            <a:ln xmlns:a="http://schemas.openxmlformats.org/drawingml/2006/main">
              <a:noFill/>
            </a:ln>
          </p:spPr>
        </p:sp>
        <p:sp>
          <p:nvSpPr>
            <p:cNvPr id="57" name="scene-outline-object-n124"/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H="0" flipV="0">
              <a:off x="471514" y="11945017"/>
              <a:ext cx="561326" cy="550099"/>
            </a:xfrm>
            <a:custGeom xmlns:a="http://schemas.openxmlformats.org/drawingml/2006/main"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7776" y="0"/>
                  </a:moveTo>
                  <a:lnTo>
                    <a:pt x="16416" y="882"/>
                  </a:lnTo>
                  <a:lnTo>
                    <a:pt x="20736" y="6171"/>
                  </a:lnTo>
                  <a:lnTo>
                    <a:pt x="21600" y="10139"/>
                  </a:lnTo>
                  <a:lnTo>
                    <a:pt x="21168" y="14988"/>
                  </a:lnTo>
                  <a:lnTo>
                    <a:pt x="17280" y="19837"/>
                  </a:lnTo>
                  <a:lnTo>
                    <a:pt x="13392" y="21600"/>
                  </a:lnTo>
                  <a:lnTo>
                    <a:pt x="5616" y="20718"/>
                  </a:lnTo>
                  <a:lnTo>
                    <a:pt x="864" y="15869"/>
                  </a:lnTo>
                  <a:lnTo>
                    <a:pt x="0" y="8816"/>
                  </a:lnTo>
                  <a:lnTo>
                    <a:pt x="1728" y="4408"/>
                  </a:lnTo>
                  <a:lnTo>
                    <a:pt x="4320" y="1322"/>
                  </a:lnTo>
                  <a:close/>
                  <a:moveTo>
                    <a:pt x="7776" y="1322"/>
                  </a:moveTo>
                  <a:lnTo>
                    <a:pt x="2592" y="5290"/>
                  </a:lnTo>
                  <a:lnTo>
                    <a:pt x="1296" y="13224"/>
                  </a:lnTo>
                  <a:lnTo>
                    <a:pt x="4320" y="18073"/>
                  </a:lnTo>
                  <a:lnTo>
                    <a:pt x="10800" y="20718"/>
                  </a:lnTo>
                  <a:lnTo>
                    <a:pt x="12528" y="20718"/>
                  </a:lnTo>
                  <a:lnTo>
                    <a:pt x="12528" y="19837"/>
                  </a:lnTo>
                  <a:lnTo>
                    <a:pt x="16416" y="18955"/>
                  </a:lnTo>
                  <a:lnTo>
                    <a:pt x="20304" y="12784"/>
                  </a:lnTo>
                  <a:lnTo>
                    <a:pt x="19872" y="7053"/>
                  </a:lnTo>
                  <a:lnTo>
                    <a:pt x="18576" y="6171"/>
                  </a:lnTo>
                  <a:lnTo>
                    <a:pt x="15120" y="2204"/>
                  </a:lnTo>
                  <a:close/>
                </a:path>
              </a:pathLst>
            </a:custGeom>
            <a:solidFill xmlns:a="http://schemas.openxmlformats.org/drawingml/2006/main">
              <a:srgbClr val="F7CAB5"/>
            </a:solidFill>
            <a:ln xmlns:a="http://schemas.openxmlformats.org/drawingml/2006/main">
              <a:noFill/>
            </a:ln>
          </p:spPr>
        </p:sp>
        <p:sp>
          <p:nvSpPr>
            <p:cNvPr id="58" name="scene-outline-object-n124-paint-0"/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H="0" flipV="0">
              <a:off x="471514" y="11945017"/>
              <a:ext cx="561326" cy="550099"/>
            </a:xfrm>
            <a:custGeom xmlns:a="http://schemas.openxmlformats.org/drawingml/2006/main"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7776" y="441"/>
                  </a:moveTo>
                  <a:lnTo>
                    <a:pt x="13392" y="441"/>
                  </a:lnTo>
                  <a:lnTo>
                    <a:pt x="13392" y="882"/>
                  </a:lnTo>
                  <a:lnTo>
                    <a:pt x="15552" y="1322"/>
                  </a:lnTo>
                  <a:lnTo>
                    <a:pt x="19872" y="5731"/>
                  </a:lnTo>
                  <a:lnTo>
                    <a:pt x="19872" y="7053"/>
                  </a:lnTo>
                  <a:lnTo>
                    <a:pt x="18144" y="6612"/>
                  </a:lnTo>
                  <a:lnTo>
                    <a:pt x="18576" y="5290"/>
                  </a:lnTo>
                  <a:lnTo>
                    <a:pt x="15984" y="2645"/>
                  </a:lnTo>
                  <a:lnTo>
                    <a:pt x="12960" y="1763"/>
                  </a:lnTo>
                  <a:lnTo>
                    <a:pt x="12960" y="1322"/>
                  </a:lnTo>
                  <a:lnTo>
                    <a:pt x="9504" y="1322"/>
                  </a:lnTo>
                  <a:lnTo>
                    <a:pt x="9072" y="882"/>
                  </a:lnTo>
                  <a:lnTo>
                    <a:pt x="9072" y="1322"/>
                  </a:lnTo>
                  <a:lnTo>
                    <a:pt x="6912" y="1763"/>
                  </a:lnTo>
                  <a:lnTo>
                    <a:pt x="6048" y="2645"/>
                  </a:lnTo>
                  <a:lnTo>
                    <a:pt x="5616" y="2204"/>
                  </a:lnTo>
                  <a:lnTo>
                    <a:pt x="2592" y="5290"/>
                  </a:lnTo>
                  <a:lnTo>
                    <a:pt x="2592" y="7053"/>
                  </a:lnTo>
                  <a:lnTo>
                    <a:pt x="1728" y="7053"/>
                  </a:lnTo>
                  <a:lnTo>
                    <a:pt x="1296" y="13224"/>
                  </a:lnTo>
                  <a:lnTo>
                    <a:pt x="2160" y="14106"/>
                  </a:lnTo>
                  <a:lnTo>
                    <a:pt x="2592" y="15869"/>
                  </a:lnTo>
                  <a:lnTo>
                    <a:pt x="3024" y="15869"/>
                  </a:lnTo>
                  <a:lnTo>
                    <a:pt x="3024" y="17192"/>
                  </a:lnTo>
                  <a:lnTo>
                    <a:pt x="2592" y="17192"/>
                  </a:lnTo>
                  <a:lnTo>
                    <a:pt x="1728" y="14988"/>
                  </a:lnTo>
                  <a:lnTo>
                    <a:pt x="864" y="14106"/>
                  </a:lnTo>
                  <a:lnTo>
                    <a:pt x="432" y="9257"/>
                  </a:lnTo>
                  <a:lnTo>
                    <a:pt x="864" y="9257"/>
                  </a:lnTo>
                  <a:lnTo>
                    <a:pt x="1296" y="6171"/>
                  </a:lnTo>
                  <a:lnTo>
                    <a:pt x="2592" y="4849"/>
                  </a:lnTo>
                  <a:lnTo>
                    <a:pt x="3024" y="3527"/>
                  </a:lnTo>
                  <a:lnTo>
                    <a:pt x="4320" y="2204"/>
                  </a:lnTo>
                  <a:lnTo>
                    <a:pt x="7776" y="882"/>
                  </a:lnTo>
                  <a:close/>
                  <a:moveTo>
                    <a:pt x="19872" y="7053"/>
                  </a:moveTo>
                  <a:lnTo>
                    <a:pt x="20304" y="7053"/>
                  </a:lnTo>
                  <a:lnTo>
                    <a:pt x="20304" y="8376"/>
                  </a:lnTo>
                  <a:lnTo>
                    <a:pt x="19872" y="8376"/>
                  </a:lnTo>
                  <a:close/>
                  <a:moveTo>
                    <a:pt x="20304" y="8376"/>
                  </a:moveTo>
                  <a:lnTo>
                    <a:pt x="20736" y="8376"/>
                  </a:lnTo>
                  <a:lnTo>
                    <a:pt x="20736" y="13665"/>
                  </a:lnTo>
                  <a:lnTo>
                    <a:pt x="19872" y="14547"/>
                  </a:lnTo>
                  <a:lnTo>
                    <a:pt x="19440" y="16310"/>
                  </a:lnTo>
                  <a:lnTo>
                    <a:pt x="15984" y="19837"/>
                  </a:lnTo>
                  <a:lnTo>
                    <a:pt x="15120" y="19837"/>
                  </a:lnTo>
                  <a:lnTo>
                    <a:pt x="17712" y="17192"/>
                  </a:lnTo>
                  <a:lnTo>
                    <a:pt x="18144" y="17192"/>
                  </a:lnTo>
                  <a:lnTo>
                    <a:pt x="18576" y="15429"/>
                  </a:lnTo>
                  <a:lnTo>
                    <a:pt x="19872" y="14106"/>
                  </a:lnTo>
                  <a:lnTo>
                    <a:pt x="19872" y="12784"/>
                  </a:lnTo>
                  <a:lnTo>
                    <a:pt x="20304" y="12784"/>
                  </a:lnTo>
                  <a:close/>
                  <a:moveTo>
                    <a:pt x="3024" y="17192"/>
                  </a:moveTo>
                  <a:lnTo>
                    <a:pt x="4320" y="17633"/>
                  </a:lnTo>
                  <a:lnTo>
                    <a:pt x="5616" y="18955"/>
                  </a:lnTo>
                  <a:lnTo>
                    <a:pt x="6048" y="18514"/>
                  </a:lnTo>
                  <a:lnTo>
                    <a:pt x="6048" y="19396"/>
                  </a:lnTo>
                  <a:lnTo>
                    <a:pt x="9504" y="20278"/>
                  </a:lnTo>
                  <a:lnTo>
                    <a:pt x="9504" y="20718"/>
                  </a:lnTo>
                  <a:lnTo>
                    <a:pt x="10800" y="20278"/>
                  </a:lnTo>
                  <a:lnTo>
                    <a:pt x="10800" y="20718"/>
                  </a:lnTo>
                  <a:lnTo>
                    <a:pt x="12528" y="20718"/>
                  </a:lnTo>
                  <a:lnTo>
                    <a:pt x="12528" y="19837"/>
                  </a:lnTo>
                  <a:lnTo>
                    <a:pt x="14256" y="19837"/>
                  </a:lnTo>
                  <a:lnTo>
                    <a:pt x="14688" y="19396"/>
                  </a:lnTo>
                  <a:lnTo>
                    <a:pt x="15120" y="20278"/>
                  </a:lnTo>
                  <a:lnTo>
                    <a:pt x="12960" y="20718"/>
                  </a:lnTo>
                  <a:lnTo>
                    <a:pt x="12960" y="21159"/>
                  </a:lnTo>
                  <a:lnTo>
                    <a:pt x="8208" y="21159"/>
                  </a:lnTo>
                  <a:lnTo>
                    <a:pt x="8208" y="20718"/>
                  </a:lnTo>
                  <a:lnTo>
                    <a:pt x="6048" y="20278"/>
                  </a:lnTo>
                  <a:close/>
                </a:path>
              </a:pathLst>
            </a:custGeom>
            <a:solidFill xmlns:a="http://schemas.openxmlformats.org/drawingml/2006/main">
              <a:srgbClr val="BD4928"/>
            </a:solidFill>
            <a:ln xmlns:a="http://schemas.openxmlformats.org/drawingml/2006/main">
              <a:noFill/>
            </a:ln>
          </p:spPr>
        </p:sp>
      </p:grpSp>
      <p:grpSp>
        <p:nvGrpSpPr>
          <p:cNvPr id="59" name="scene-unit-object-n132"/>
          <p:cNvGrpSpPr/>
          <p:nvPr/>
        </p:nvGrpSpPr>
        <p:grpSpPr>
          <a:xfrm xmlns:a="http://schemas.openxmlformats.org/drawingml/2006/main">
            <a:off x="8306354" y="11943747"/>
            <a:ext cx="541413" cy="552639"/>
            <a:chOff x="8306354" y="11943747"/>
            <a:chExt cx="541413" cy="552639"/>
          </a:xfrm>
        </p:grpSpPr>
        <p:sp>
          <p:nvSpPr>
            <p:cNvPr id="60" name="scene-container-object-n132"/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H="0" flipV="0">
              <a:off x="8307624" y="11945017"/>
              <a:ext cx="538873" cy="550099"/>
            </a:xfrm>
            <a:custGeom xmlns:a="http://schemas.openxmlformats.org/drawingml/2006/main"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7200" y="0"/>
                  </a:moveTo>
                  <a:lnTo>
                    <a:pt x="14850" y="0"/>
                  </a:lnTo>
                  <a:lnTo>
                    <a:pt x="19800" y="3967"/>
                  </a:lnTo>
                  <a:lnTo>
                    <a:pt x="21600" y="7494"/>
                  </a:lnTo>
                  <a:lnTo>
                    <a:pt x="20700" y="17192"/>
                  </a:lnTo>
                  <a:lnTo>
                    <a:pt x="15300" y="21159"/>
                  </a:lnTo>
                  <a:lnTo>
                    <a:pt x="5400" y="21159"/>
                  </a:lnTo>
                  <a:lnTo>
                    <a:pt x="450" y="15869"/>
                  </a:lnTo>
                  <a:lnTo>
                    <a:pt x="0" y="5731"/>
                  </a:lnTo>
                  <a:lnTo>
                    <a:pt x="5400" y="441"/>
                  </a:lnTo>
                  <a:close/>
                </a:path>
              </a:pathLst>
            </a:custGeom>
            <a:solidFill xmlns:a="http://schemas.openxmlformats.org/drawingml/2006/main">
              <a:srgbClr val="126DC5"/>
            </a:solidFill>
            <a:ln xmlns:a="http://schemas.openxmlformats.org/drawingml/2006/main">
              <a:noFill/>
            </a:ln>
          </p:spPr>
        </p:sp>
        <p:sp>
          <p:nvSpPr>
            <p:cNvPr id="61" name="scene-outline-object-n132"/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H="0" flipV="0">
              <a:off x="8307624" y="11945017"/>
              <a:ext cx="538873" cy="550099"/>
            </a:xfrm>
            <a:custGeom xmlns:a="http://schemas.openxmlformats.org/drawingml/2006/main"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7200" y="0"/>
                  </a:moveTo>
                  <a:lnTo>
                    <a:pt x="14850" y="0"/>
                  </a:lnTo>
                  <a:lnTo>
                    <a:pt x="19800" y="3967"/>
                  </a:lnTo>
                  <a:lnTo>
                    <a:pt x="21600" y="7494"/>
                  </a:lnTo>
                  <a:lnTo>
                    <a:pt x="20700" y="17192"/>
                  </a:lnTo>
                  <a:lnTo>
                    <a:pt x="15300" y="21159"/>
                  </a:lnTo>
                  <a:lnTo>
                    <a:pt x="5400" y="21159"/>
                  </a:lnTo>
                  <a:lnTo>
                    <a:pt x="450" y="15869"/>
                  </a:lnTo>
                  <a:lnTo>
                    <a:pt x="0" y="5731"/>
                  </a:lnTo>
                  <a:lnTo>
                    <a:pt x="5400" y="441"/>
                  </a:lnTo>
                  <a:close/>
                  <a:moveTo>
                    <a:pt x="7200" y="1763"/>
                  </a:moveTo>
                  <a:lnTo>
                    <a:pt x="2250" y="5290"/>
                  </a:lnTo>
                  <a:lnTo>
                    <a:pt x="1350" y="11020"/>
                  </a:lnTo>
                  <a:lnTo>
                    <a:pt x="2250" y="15869"/>
                  </a:lnTo>
                  <a:lnTo>
                    <a:pt x="6300" y="19396"/>
                  </a:lnTo>
                  <a:lnTo>
                    <a:pt x="9000" y="19837"/>
                  </a:lnTo>
                  <a:lnTo>
                    <a:pt x="9000" y="20718"/>
                  </a:lnTo>
                  <a:lnTo>
                    <a:pt x="14400" y="20278"/>
                  </a:lnTo>
                  <a:lnTo>
                    <a:pt x="17550" y="18073"/>
                  </a:lnTo>
                  <a:lnTo>
                    <a:pt x="20700" y="13224"/>
                  </a:lnTo>
                  <a:lnTo>
                    <a:pt x="19800" y="6171"/>
                  </a:lnTo>
                  <a:lnTo>
                    <a:pt x="13950" y="1322"/>
                  </a:lnTo>
                  <a:lnTo>
                    <a:pt x="10350" y="882"/>
                  </a:lnTo>
                  <a:close/>
                </a:path>
              </a:pathLst>
            </a:custGeom>
            <a:solidFill xmlns:a="http://schemas.openxmlformats.org/drawingml/2006/main">
              <a:srgbClr val="B2DCF2"/>
            </a:solidFill>
            <a:ln xmlns:a="http://schemas.openxmlformats.org/drawingml/2006/main">
              <a:noFill/>
            </a:ln>
          </p:spPr>
        </p:sp>
        <p:sp>
          <p:nvSpPr>
            <p:cNvPr id="62" name="scene-outline-object-n132-paint-0"/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H="0" flipV="0">
              <a:off x="8307624" y="11945017"/>
              <a:ext cx="538873" cy="550099"/>
            </a:xfrm>
            <a:custGeom xmlns:a="http://schemas.openxmlformats.org/drawingml/2006/main"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8100" y="882"/>
                  </a:moveTo>
                  <a:lnTo>
                    <a:pt x="8100" y="441"/>
                  </a:lnTo>
                  <a:lnTo>
                    <a:pt x="13500" y="441"/>
                  </a:lnTo>
                  <a:lnTo>
                    <a:pt x="13500" y="882"/>
                  </a:lnTo>
                  <a:lnTo>
                    <a:pt x="15750" y="1322"/>
                  </a:lnTo>
                  <a:lnTo>
                    <a:pt x="20700" y="6171"/>
                  </a:lnTo>
                  <a:lnTo>
                    <a:pt x="21600" y="11020"/>
                  </a:lnTo>
                  <a:lnTo>
                    <a:pt x="21150" y="11020"/>
                  </a:lnTo>
                  <a:lnTo>
                    <a:pt x="21150" y="13224"/>
                  </a:lnTo>
                  <a:lnTo>
                    <a:pt x="20250" y="12784"/>
                  </a:lnTo>
                  <a:lnTo>
                    <a:pt x="20700" y="9698"/>
                  </a:lnTo>
                  <a:lnTo>
                    <a:pt x="20250" y="9698"/>
                  </a:lnTo>
                  <a:lnTo>
                    <a:pt x="19800" y="6171"/>
                  </a:lnTo>
                  <a:lnTo>
                    <a:pt x="16650" y="3086"/>
                  </a:lnTo>
                  <a:lnTo>
                    <a:pt x="16200" y="3527"/>
                  </a:lnTo>
                  <a:lnTo>
                    <a:pt x="15750" y="2204"/>
                  </a:lnTo>
                  <a:lnTo>
                    <a:pt x="13950" y="1763"/>
                  </a:lnTo>
                  <a:lnTo>
                    <a:pt x="13950" y="1322"/>
                  </a:lnTo>
                  <a:lnTo>
                    <a:pt x="10350" y="882"/>
                  </a:lnTo>
                  <a:lnTo>
                    <a:pt x="10350" y="1322"/>
                  </a:lnTo>
                  <a:lnTo>
                    <a:pt x="7200" y="1763"/>
                  </a:lnTo>
                  <a:lnTo>
                    <a:pt x="6300" y="2645"/>
                  </a:lnTo>
                  <a:lnTo>
                    <a:pt x="4500" y="3086"/>
                  </a:lnTo>
                  <a:lnTo>
                    <a:pt x="4050" y="4408"/>
                  </a:lnTo>
                  <a:lnTo>
                    <a:pt x="2250" y="5290"/>
                  </a:lnTo>
                  <a:lnTo>
                    <a:pt x="1800" y="7053"/>
                  </a:lnTo>
                  <a:lnTo>
                    <a:pt x="1350" y="7053"/>
                  </a:lnTo>
                  <a:lnTo>
                    <a:pt x="1800" y="11020"/>
                  </a:lnTo>
                  <a:lnTo>
                    <a:pt x="1350" y="11020"/>
                  </a:lnTo>
                  <a:lnTo>
                    <a:pt x="1350" y="14106"/>
                  </a:lnTo>
                  <a:lnTo>
                    <a:pt x="2250" y="14988"/>
                  </a:lnTo>
                  <a:lnTo>
                    <a:pt x="3150" y="17192"/>
                  </a:lnTo>
                  <a:lnTo>
                    <a:pt x="5400" y="19396"/>
                  </a:lnTo>
                  <a:lnTo>
                    <a:pt x="6750" y="18955"/>
                  </a:lnTo>
                  <a:lnTo>
                    <a:pt x="7200" y="19837"/>
                  </a:lnTo>
                  <a:lnTo>
                    <a:pt x="9000" y="19837"/>
                  </a:lnTo>
                  <a:lnTo>
                    <a:pt x="9000" y="20718"/>
                  </a:lnTo>
                  <a:lnTo>
                    <a:pt x="13050" y="20718"/>
                  </a:lnTo>
                  <a:lnTo>
                    <a:pt x="13050" y="21159"/>
                  </a:lnTo>
                  <a:lnTo>
                    <a:pt x="8100" y="21159"/>
                  </a:lnTo>
                  <a:lnTo>
                    <a:pt x="8100" y="20718"/>
                  </a:lnTo>
                  <a:lnTo>
                    <a:pt x="5850" y="20278"/>
                  </a:lnTo>
                  <a:lnTo>
                    <a:pt x="1350" y="15869"/>
                  </a:lnTo>
                  <a:lnTo>
                    <a:pt x="900" y="13665"/>
                  </a:lnTo>
                  <a:lnTo>
                    <a:pt x="450" y="13665"/>
                  </a:lnTo>
                  <a:lnTo>
                    <a:pt x="450" y="7935"/>
                  </a:lnTo>
                  <a:lnTo>
                    <a:pt x="900" y="7935"/>
                  </a:lnTo>
                  <a:lnTo>
                    <a:pt x="1350" y="5731"/>
                  </a:lnTo>
                  <a:lnTo>
                    <a:pt x="2700" y="4408"/>
                  </a:lnTo>
                  <a:lnTo>
                    <a:pt x="2700" y="3527"/>
                  </a:lnTo>
                  <a:lnTo>
                    <a:pt x="4050" y="3086"/>
                  </a:lnTo>
                  <a:lnTo>
                    <a:pt x="5850" y="1322"/>
                  </a:lnTo>
                  <a:close/>
                  <a:moveTo>
                    <a:pt x="20700" y="13224"/>
                  </a:moveTo>
                  <a:lnTo>
                    <a:pt x="20250" y="15869"/>
                  </a:lnTo>
                  <a:lnTo>
                    <a:pt x="15750" y="20278"/>
                  </a:lnTo>
                  <a:lnTo>
                    <a:pt x="13050" y="20718"/>
                  </a:lnTo>
                  <a:lnTo>
                    <a:pt x="13050" y="20278"/>
                  </a:lnTo>
                  <a:lnTo>
                    <a:pt x="15300" y="19837"/>
                  </a:lnTo>
                  <a:lnTo>
                    <a:pt x="18000" y="17192"/>
                  </a:lnTo>
                  <a:lnTo>
                    <a:pt x="18450" y="15869"/>
                  </a:lnTo>
                  <a:lnTo>
                    <a:pt x="19800" y="15429"/>
                  </a:lnTo>
                  <a:lnTo>
                    <a:pt x="20250" y="13224"/>
                  </a:lnTo>
                  <a:close/>
                </a:path>
              </a:pathLst>
            </a:custGeom>
            <a:solidFill xmlns:a="http://schemas.openxmlformats.org/drawingml/2006/main">
              <a:srgbClr val="2A6FA8"/>
            </a:solidFill>
            <a:ln xmlns:a="http://schemas.openxmlformats.org/drawingml/2006/main">
              <a:noFill/>
            </a:ln>
          </p:spPr>
        </p:sp>
      </p:grpSp>
      <p:grpSp>
        <p:nvGrpSpPr>
          <p:cNvPr id="63" name="scene-unit-object-n117"/>
          <p:cNvGrpSpPr/>
          <p:nvPr/>
        </p:nvGrpSpPr>
        <p:grpSpPr>
          <a:xfrm xmlns:a="http://schemas.openxmlformats.org/drawingml/2006/main">
            <a:off x="425338" y="9260608"/>
            <a:ext cx="552639" cy="530186"/>
            <a:chOff x="425338" y="9260608"/>
            <a:chExt cx="552639" cy="530186"/>
          </a:xfrm>
        </p:grpSpPr>
        <p:sp>
          <p:nvSpPr>
            <p:cNvPr id="64" name="scene-container-object-n117"/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H="0" flipV="0">
              <a:off x="426608" y="9261878"/>
              <a:ext cx="550099" cy="527646"/>
            </a:xfrm>
            <a:custGeom xmlns:a="http://schemas.openxmlformats.org/drawingml/2006/main"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7494" y="0"/>
                  </a:moveTo>
                  <a:lnTo>
                    <a:pt x="13224" y="0"/>
                  </a:lnTo>
                  <a:lnTo>
                    <a:pt x="17633" y="2298"/>
                  </a:lnTo>
                  <a:lnTo>
                    <a:pt x="21600" y="10111"/>
                  </a:lnTo>
                  <a:lnTo>
                    <a:pt x="19396" y="17004"/>
                  </a:lnTo>
                  <a:lnTo>
                    <a:pt x="13224" y="21600"/>
                  </a:lnTo>
                  <a:lnTo>
                    <a:pt x="4849" y="20681"/>
                  </a:lnTo>
                  <a:lnTo>
                    <a:pt x="882" y="16085"/>
                  </a:lnTo>
                  <a:lnTo>
                    <a:pt x="0" y="8732"/>
                  </a:lnTo>
                  <a:lnTo>
                    <a:pt x="3527" y="2298"/>
                  </a:lnTo>
                  <a:close/>
                </a:path>
              </a:pathLst>
            </a:custGeom>
            <a:solidFill xmlns:a="http://schemas.openxmlformats.org/drawingml/2006/main">
              <a:srgbClr val="1870BA"/>
            </a:solidFill>
            <a:ln xmlns:a="http://schemas.openxmlformats.org/drawingml/2006/main">
              <a:noFill/>
            </a:ln>
          </p:spPr>
        </p:sp>
        <p:sp>
          <p:nvSpPr>
            <p:cNvPr id="65" name="scene-outline-object-n117"/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H="0" flipV="0">
              <a:off x="426608" y="9261878"/>
              <a:ext cx="550099" cy="527646"/>
            </a:xfrm>
            <a:custGeom xmlns:a="http://schemas.openxmlformats.org/drawingml/2006/main">
              <a:avLst/>
              <a:gdLst>
                <a:gd name="ctPortXp207690" fmla="*/ w 207690 550099"/>
                <a:gd name="ctPortYn202077" fmla="*/ h -202077 527646"/>
              </a:gdLst>
              <a:ahLst/>
              <a:cxnLst>
                <a:cxn ang="16200000">
                  <a:pos x="ctPortXp207690" y="ctPortYn202077"/>
                </a:cxn>
              </a:cxnLst>
              <a:rect l="l" t="t" r="r" b="b"/>
              <a:pathLst>
                <a:path w="21600" h="21600">
                  <a:moveTo>
                    <a:pt x="7494" y="0"/>
                  </a:moveTo>
                  <a:lnTo>
                    <a:pt x="13224" y="0"/>
                  </a:lnTo>
                  <a:lnTo>
                    <a:pt x="17633" y="2298"/>
                  </a:lnTo>
                  <a:lnTo>
                    <a:pt x="21600" y="10111"/>
                  </a:lnTo>
                  <a:lnTo>
                    <a:pt x="19396" y="17004"/>
                  </a:lnTo>
                  <a:lnTo>
                    <a:pt x="13224" y="21600"/>
                  </a:lnTo>
                  <a:lnTo>
                    <a:pt x="4849" y="20681"/>
                  </a:lnTo>
                  <a:lnTo>
                    <a:pt x="882" y="16085"/>
                  </a:lnTo>
                  <a:lnTo>
                    <a:pt x="0" y="8732"/>
                  </a:lnTo>
                  <a:lnTo>
                    <a:pt x="3527" y="2298"/>
                  </a:lnTo>
                  <a:close/>
                  <a:moveTo>
                    <a:pt x="7935" y="919"/>
                  </a:moveTo>
                  <a:lnTo>
                    <a:pt x="7053" y="3217"/>
                  </a:lnTo>
                  <a:lnTo>
                    <a:pt x="4408" y="3217"/>
                  </a:lnTo>
                  <a:lnTo>
                    <a:pt x="3967" y="5055"/>
                  </a:lnTo>
                  <a:lnTo>
                    <a:pt x="2204" y="5515"/>
                  </a:lnTo>
                  <a:lnTo>
                    <a:pt x="882" y="13787"/>
                  </a:lnTo>
                  <a:lnTo>
                    <a:pt x="4408" y="18843"/>
                  </a:lnTo>
                  <a:lnTo>
                    <a:pt x="7494" y="20221"/>
                  </a:lnTo>
                  <a:lnTo>
                    <a:pt x="13224" y="20221"/>
                  </a:lnTo>
                  <a:lnTo>
                    <a:pt x="16751" y="18383"/>
                  </a:lnTo>
                  <a:lnTo>
                    <a:pt x="19837" y="14247"/>
                  </a:lnTo>
                  <a:lnTo>
                    <a:pt x="19837" y="8732"/>
                  </a:lnTo>
                  <a:lnTo>
                    <a:pt x="14547" y="1838"/>
                  </a:lnTo>
                  <a:close/>
                </a:path>
              </a:pathLst>
            </a:custGeom>
            <a:solidFill xmlns:a="http://schemas.openxmlformats.org/drawingml/2006/main">
              <a:srgbClr val="B5DDF1"/>
            </a:solidFill>
            <a:ln xmlns:a="http://schemas.openxmlformats.org/drawingml/2006/main">
              <a:noFill/>
            </a:ln>
          </p:spPr>
        </p:sp>
        <p:sp>
          <p:nvSpPr>
            <p:cNvPr id="66" name="scene-outline-object-n117-paint-0"/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H="0" flipV="0">
              <a:off x="426608" y="9261878"/>
              <a:ext cx="550099" cy="527646"/>
            </a:xfrm>
            <a:custGeom xmlns:a="http://schemas.openxmlformats.org/drawingml/2006/main"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7935" y="460"/>
                  </a:moveTo>
                  <a:lnTo>
                    <a:pt x="12784" y="460"/>
                  </a:lnTo>
                  <a:lnTo>
                    <a:pt x="12784" y="919"/>
                  </a:lnTo>
                  <a:lnTo>
                    <a:pt x="7935" y="919"/>
                  </a:lnTo>
                  <a:close/>
                  <a:moveTo>
                    <a:pt x="7935" y="919"/>
                  </a:moveTo>
                  <a:lnTo>
                    <a:pt x="7053" y="1838"/>
                  </a:lnTo>
                  <a:lnTo>
                    <a:pt x="7053" y="3217"/>
                  </a:lnTo>
                  <a:lnTo>
                    <a:pt x="4408" y="3217"/>
                  </a:lnTo>
                  <a:lnTo>
                    <a:pt x="3967" y="5055"/>
                  </a:lnTo>
                  <a:lnTo>
                    <a:pt x="2204" y="5515"/>
                  </a:lnTo>
                  <a:lnTo>
                    <a:pt x="1763" y="8272"/>
                  </a:lnTo>
                  <a:lnTo>
                    <a:pt x="1322" y="8272"/>
                  </a:lnTo>
                  <a:lnTo>
                    <a:pt x="1763" y="10570"/>
                  </a:lnTo>
                  <a:lnTo>
                    <a:pt x="882" y="10111"/>
                  </a:lnTo>
                  <a:lnTo>
                    <a:pt x="882" y="13328"/>
                  </a:lnTo>
                  <a:lnTo>
                    <a:pt x="441" y="13328"/>
                  </a:lnTo>
                  <a:lnTo>
                    <a:pt x="882" y="6894"/>
                  </a:lnTo>
                  <a:lnTo>
                    <a:pt x="1763" y="5974"/>
                  </a:lnTo>
                  <a:lnTo>
                    <a:pt x="2645" y="3677"/>
                  </a:lnTo>
                  <a:lnTo>
                    <a:pt x="3967" y="2298"/>
                  </a:lnTo>
                  <a:lnTo>
                    <a:pt x="6171" y="1379"/>
                  </a:lnTo>
                  <a:lnTo>
                    <a:pt x="6171" y="919"/>
                  </a:lnTo>
                  <a:close/>
                  <a:moveTo>
                    <a:pt x="12784" y="919"/>
                  </a:moveTo>
                  <a:lnTo>
                    <a:pt x="14547" y="919"/>
                  </a:lnTo>
                  <a:lnTo>
                    <a:pt x="15869" y="2298"/>
                  </a:lnTo>
                  <a:lnTo>
                    <a:pt x="17192" y="2757"/>
                  </a:lnTo>
                  <a:lnTo>
                    <a:pt x="18514" y="4136"/>
                  </a:lnTo>
                  <a:lnTo>
                    <a:pt x="19396" y="6894"/>
                  </a:lnTo>
                  <a:lnTo>
                    <a:pt x="19837" y="6894"/>
                  </a:lnTo>
                  <a:lnTo>
                    <a:pt x="19837" y="8272"/>
                  </a:lnTo>
                  <a:lnTo>
                    <a:pt x="20278" y="8272"/>
                  </a:lnTo>
                  <a:lnTo>
                    <a:pt x="20278" y="13328"/>
                  </a:lnTo>
                  <a:lnTo>
                    <a:pt x="19837" y="13328"/>
                  </a:lnTo>
                  <a:lnTo>
                    <a:pt x="19837" y="8732"/>
                  </a:lnTo>
                  <a:lnTo>
                    <a:pt x="19396" y="8732"/>
                  </a:lnTo>
                  <a:lnTo>
                    <a:pt x="18955" y="6894"/>
                  </a:lnTo>
                  <a:lnTo>
                    <a:pt x="16310" y="4136"/>
                  </a:lnTo>
                  <a:lnTo>
                    <a:pt x="15869" y="2757"/>
                  </a:lnTo>
                  <a:lnTo>
                    <a:pt x="14547" y="2298"/>
                  </a:lnTo>
                  <a:lnTo>
                    <a:pt x="14547" y="1838"/>
                  </a:lnTo>
                  <a:lnTo>
                    <a:pt x="12784" y="1379"/>
                  </a:lnTo>
                  <a:close/>
                  <a:moveTo>
                    <a:pt x="882" y="13787"/>
                  </a:moveTo>
                  <a:lnTo>
                    <a:pt x="2645" y="15626"/>
                  </a:lnTo>
                  <a:lnTo>
                    <a:pt x="2204" y="16545"/>
                  </a:lnTo>
                  <a:lnTo>
                    <a:pt x="1763" y="16545"/>
                  </a:lnTo>
                  <a:close/>
                  <a:moveTo>
                    <a:pt x="2204" y="16545"/>
                  </a:moveTo>
                  <a:lnTo>
                    <a:pt x="2645" y="16545"/>
                  </a:lnTo>
                  <a:lnTo>
                    <a:pt x="2645" y="17004"/>
                  </a:lnTo>
                  <a:lnTo>
                    <a:pt x="2204" y="17004"/>
                  </a:lnTo>
                  <a:close/>
                  <a:moveTo>
                    <a:pt x="2645" y="17004"/>
                  </a:moveTo>
                  <a:lnTo>
                    <a:pt x="4408" y="18843"/>
                  </a:lnTo>
                  <a:lnTo>
                    <a:pt x="6612" y="19302"/>
                  </a:lnTo>
                  <a:lnTo>
                    <a:pt x="7494" y="20221"/>
                  </a:lnTo>
                  <a:lnTo>
                    <a:pt x="13224" y="20221"/>
                  </a:lnTo>
                  <a:lnTo>
                    <a:pt x="13224" y="19762"/>
                  </a:lnTo>
                  <a:lnTo>
                    <a:pt x="15429" y="19302"/>
                  </a:lnTo>
                  <a:lnTo>
                    <a:pt x="15429" y="18383"/>
                  </a:lnTo>
                  <a:lnTo>
                    <a:pt x="16751" y="18383"/>
                  </a:lnTo>
                  <a:lnTo>
                    <a:pt x="16751" y="18843"/>
                  </a:lnTo>
                  <a:lnTo>
                    <a:pt x="15869" y="19762"/>
                  </a:lnTo>
                  <a:lnTo>
                    <a:pt x="14106" y="20221"/>
                  </a:lnTo>
                  <a:lnTo>
                    <a:pt x="14106" y="20681"/>
                  </a:lnTo>
                  <a:lnTo>
                    <a:pt x="12784" y="20681"/>
                  </a:lnTo>
                  <a:lnTo>
                    <a:pt x="12784" y="21140"/>
                  </a:lnTo>
                  <a:lnTo>
                    <a:pt x="7494" y="21140"/>
                  </a:lnTo>
                  <a:lnTo>
                    <a:pt x="6612" y="20221"/>
                  </a:lnTo>
                  <a:lnTo>
                    <a:pt x="4849" y="19762"/>
                  </a:lnTo>
                  <a:lnTo>
                    <a:pt x="3086" y="17923"/>
                  </a:lnTo>
                  <a:lnTo>
                    <a:pt x="2645" y="17923"/>
                  </a:lnTo>
                  <a:close/>
                  <a:moveTo>
                    <a:pt x="19396" y="14247"/>
                  </a:moveTo>
                  <a:lnTo>
                    <a:pt x="19837" y="14247"/>
                  </a:lnTo>
                  <a:lnTo>
                    <a:pt x="19837" y="14706"/>
                  </a:lnTo>
                  <a:lnTo>
                    <a:pt x="19396" y="14706"/>
                  </a:lnTo>
                  <a:close/>
                  <a:moveTo>
                    <a:pt x="19396" y="14706"/>
                  </a:moveTo>
                  <a:lnTo>
                    <a:pt x="19396" y="15626"/>
                  </a:lnTo>
                  <a:lnTo>
                    <a:pt x="18955" y="15626"/>
                  </a:lnTo>
                  <a:lnTo>
                    <a:pt x="18955" y="14706"/>
                  </a:lnTo>
                  <a:close/>
                  <a:moveTo>
                    <a:pt x="18955" y="15626"/>
                  </a:moveTo>
                  <a:lnTo>
                    <a:pt x="18955" y="16545"/>
                  </a:lnTo>
                  <a:lnTo>
                    <a:pt x="18073" y="17004"/>
                  </a:lnTo>
                  <a:lnTo>
                    <a:pt x="18073" y="16085"/>
                  </a:lnTo>
                  <a:close/>
                  <a:moveTo>
                    <a:pt x="18073" y="17004"/>
                  </a:moveTo>
                  <a:lnTo>
                    <a:pt x="16751" y="18383"/>
                  </a:lnTo>
                  <a:lnTo>
                    <a:pt x="16751" y="17464"/>
                  </a:lnTo>
                  <a:close/>
                </a:path>
              </a:pathLst>
            </a:custGeom>
            <a:solidFill xmlns:a="http://schemas.openxmlformats.org/drawingml/2006/main">
              <a:srgbClr val="3676AA"/>
            </a:solidFill>
            <a:ln xmlns:a="http://schemas.openxmlformats.org/drawingml/2006/main">
              <a:noFill/>
            </a:ln>
          </p:spPr>
        </p:sp>
      </p:grpSp>
      <p:grpSp>
        <p:nvGrpSpPr>
          <p:cNvPr id="67" name="scene-unit-object-n106"/>
          <p:cNvGrpSpPr/>
          <p:nvPr/>
        </p:nvGrpSpPr>
        <p:grpSpPr>
          <a:xfrm xmlns:a="http://schemas.openxmlformats.org/drawingml/2006/main">
            <a:off x="436564" y="4579150"/>
            <a:ext cx="518960" cy="518960"/>
            <a:chOff x="436564" y="4579150"/>
            <a:chExt cx="518960" cy="518960"/>
          </a:xfrm>
        </p:grpSpPr>
        <p:sp>
          <p:nvSpPr>
            <p:cNvPr id="68" name="scene-container-object-n106"/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H="0" flipV="0">
              <a:off x="437834" y="4580420"/>
              <a:ext cx="516420" cy="516420"/>
            </a:xfrm>
            <a:custGeom xmlns:a="http://schemas.openxmlformats.org/drawingml/2006/main"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7983" y="0"/>
                  </a:moveTo>
                  <a:lnTo>
                    <a:pt x="16435" y="939"/>
                  </a:lnTo>
                  <a:lnTo>
                    <a:pt x="20661" y="5165"/>
                  </a:lnTo>
                  <a:lnTo>
                    <a:pt x="21600" y="14087"/>
                  </a:lnTo>
                  <a:lnTo>
                    <a:pt x="17374" y="19722"/>
                  </a:lnTo>
                  <a:lnTo>
                    <a:pt x="12678" y="21600"/>
                  </a:lnTo>
                  <a:lnTo>
                    <a:pt x="4226" y="20191"/>
                  </a:lnTo>
                  <a:lnTo>
                    <a:pt x="470" y="15026"/>
                  </a:lnTo>
                  <a:lnTo>
                    <a:pt x="470" y="6104"/>
                  </a:lnTo>
                  <a:lnTo>
                    <a:pt x="2348" y="2348"/>
                  </a:lnTo>
                  <a:close/>
                </a:path>
              </a:pathLst>
            </a:custGeom>
            <a:solidFill xmlns:a="http://schemas.openxmlformats.org/drawingml/2006/main">
              <a:srgbClr val="D43908"/>
            </a:solidFill>
            <a:ln xmlns:a="http://schemas.openxmlformats.org/drawingml/2006/main">
              <a:noFill/>
            </a:ln>
          </p:spPr>
        </p:sp>
        <p:sp>
          <p:nvSpPr>
            <p:cNvPr id="69" name="scene-outline-object-n106"/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H="0" flipV="0">
              <a:off x="437834" y="4580420"/>
              <a:ext cx="516420" cy="516420"/>
            </a:xfrm>
            <a:custGeom xmlns:a="http://schemas.openxmlformats.org/drawingml/2006/main">
              <a:avLst/>
              <a:gdLst>
                <a:gd name="ctPortXp196464" fmla="*/ w 196464 516420"/>
                <a:gd name="ctPortYp583779" fmla="*/ h 583779 516420"/>
              </a:gdLst>
              <a:ahLst/>
              <a:cxnLst>
                <a:cxn ang="5400000">
                  <a:pos x="ctPortXp196464" y="ctPortYp583779"/>
                </a:cxn>
              </a:cxnLst>
              <a:rect l="l" t="t" r="r" b="b"/>
              <a:pathLst>
                <a:path w="21600" h="21600">
                  <a:moveTo>
                    <a:pt x="7983" y="0"/>
                  </a:moveTo>
                  <a:lnTo>
                    <a:pt x="16435" y="939"/>
                  </a:lnTo>
                  <a:lnTo>
                    <a:pt x="20661" y="5165"/>
                  </a:lnTo>
                  <a:lnTo>
                    <a:pt x="21600" y="14087"/>
                  </a:lnTo>
                  <a:lnTo>
                    <a:pt x="17374" y="19722"/>
                  </a:lnTo>
                  <a:lnTo>
                    <a:pt x="12678" y="21600"/>
                  </a:lnTo>
                  <a:lnTo>
                    <a:pt x="4226" y="20191"/>
                  </a:lnTo>
                  <a:lnTo>
                    <a:pt x="470" y="15026"/>
                  </a:lnTo>
                  <a:lnTo>
                    <a:pt x="470" y="6104"/>
                  </a:lnTo>
                  <a:lnTo>
                    <a:pt x="2348" y="2348"/>
                  </a:lnTo>
                  <a:close/>
                  <a:moveTo>
                    <a:pt x="7513" y="1409"/>
                  </a:moveTo>
                  <a:lnTo>
                    <a:pt x="2348" y="5635"/>
                  </a:lnTo>
                  <a:lnTo>
                    <a:pt x="939" y="11739"/>
                  </a:lnTo>
                  <a:lnTo>
                    <a:pt x="4226" y="18313"/>
                  </a:lnTo>
                  <a:lnTo>
                    <a:pt x="7043" y="19722"/>
                  </a:lnTo>
                  <a:lnTo>
                    <a:pt x="12209" y="20191"/>
                  </a:lnTo>
                  <a:lnTo>
                    <a:pt x="15026" y="19252"/>
                  </a:lnTo>
                  <a:lnTo>
                    <a:pt x="19252" y="15496"/>
                  </a:lnTo>
                  <a:lnTo>
                    <a:pt x="20191" y="7983"/>
                  </a:lnTo>
                  <a:lnTo>
                    <a:pt x="15496" y="1878"/>
                  </a:lnTo>
                  <a:close/>
                </a:path>
              </a:pathLst>
            </a:custGeom>
            <a:solidFill xmlns:a="http://schemas.openxmlformats.org/drawingml/2006/main">
              <a:srgbClr val="F7CAB5"/>
            </a:solidFill>
            <a:ln xmlns:a="http://schemas.openxmlformats.org/drawingml/2006/main">
              <a:noFill/>
            </a:ln>
          </p:spPr>
        </p:sp>
        <p:sp>
          <p:nvSpPr>
            <p:cNvPr id="70" name="scene-outline-object-n106-paint-0"/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H="0" flipV="0">
              <a:off x="437834" y="4580420"/>
              <a:ext cx="516420" cy="516420"/>
            </a:xfrm>
            <a:custGeom xmlns:a="http://schemas.openxmlformats.org/drawingml/2006/main"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8452" y="470"/>
                  </a:moveTo>
                  <a:lnTo>
                    <a:pt x="13148" y="470"/>
                  </a:lnTo>
                  <a:lnTo>
                    <a:pt x="13148" y="939"/>
                  </a:lnTo>
                  <a:lnTo>
                    <a:pt x="15496" y="1409"/>
                  </a:lnTo>
                  <a:lnTo>
                    <a:pt x="15496" y="1878"/>
                  </a:lnTo>
                  <a:lnTo>
                    <a:pt x="14087" y="1878"/>
                  </a:lnTo>
                  <a:lnTo>
                    <a:pt x="14087" y="1409"/>
                  </a:lnTo>
                  <a:lnTo>
                    <a:pt x="7513" y="1409"/>
                  </a:lnTo>
                  <a:lnTo>
                    <a:pt x="6574" y="2348"/>
                  </a:lnTo>
                  <a:lnTo>
                    <a:pt x="5635" y="2348"/>
                  </a:lnTo>
                  <a:lnTo>
                    <a:pt x="5635" y="3287"/>
                  </a:lnTo>
                  <a:lnTo>
                    <a:pt x="4226" y="3757"/>
                  </a:lnTo>
                  <a:lnTo>
                    <a:pt x="2348" y="5635"/>
                  </a:lnTo>
                  <a:lnTo>
                    <a:pt x="1409" y="9391"/>
                  </a:lnTo>
                  <a:lnTo>
                    <a:pt x="939" y="9391"/>
                  </a:lnTo>
                  <a:lnTo>
                    <a:pt x="1409" y="13148"/>
                  </a:lnTo>
                  <a:lnTo>
                    <a:pt x="1878" y="13148"/>
                  </a:lnTo>
                  <a:lnTo>
                    <a:pt x="2348" y="15496"/>
                  </a:lnTo>
                  <a:lnTo>
                    <a:pt x="4226" y="17374"/>
                  </a:lnTo>
                  <a:lnTo>
                    <a:pt x="4226" y="18313"/>
                  </a:lnTo>
                  <a:lnTo>
                    <a:pt x="3287" y="18313"/>
                  </a:lnTo>
                  <a:lnTo>
                    <a:pt x="2817" y="16904"/>
                  </a:lnTo>
                  <a:lnTo>
                    <a:pt x="1409" y="15496"/>
                  </a:lnTo>
                  <a:lnTo>
                    <a:pt x="939" y="13148"/>
                  </a:lnTo>
                  <a:lnTo>
                    <a:pt x="470" y="13148"/>
                  </a:lnTo>
                  <a:lnTo>
                    <a:pt x="939" y="6574"/>
                  </a:lnTo>
                  <a:lnTo>
                    <a:pt x="2348" y="5165"/>
                  </a:lnTo>
                  <a:lnTo>
                    <a:pt x="2817" y="3757"/>
                  </a:lnTo>
                  <a:lnTo>
                    <a:pt x="4226" y="2348"/>
                  </a:lnTo>
                  <a:lnTo>
                    <a:pt x="7043" y="1409"/>
                  </a:lnTo>
                  <a:lnTo>
                    <a:pt x="7043" y="939"/>
                  </a:lnTo>
                  <a:lnTo>
                    <a:pt x="8452" y="939"/>
                  </a:lnTo>
                  <a:close/>
                  <a:moveTo>
                    <a:pt x="15496" y="1878"/>
                  </a:moveTo>
                  <a:lnTo>
                    <a:pt x="17843" y="2817"/>
                  </a:lnTo>
                  <a:lnTo>
                    <a:pt x="19252" y="4226"/>
                  </a:lnTo>
                  <a:lnTo>
                    <a:pt x="20191" y="7043"/>
                  </a:lnTo>
                  <a:lnTo>
                    <a:pt x="20661" y="7043"/>
                  </a:lnTo>
                  <a:lnTo>
                    <a:pt x="21130" y="12678"/>
                  </a:lnTo>
                  <a:lnTo>
                    <a:pt x="20661" y="12678"/>
                  </a:lnTo>
                  <a:lnTo>
                    <a:pt x="20191" y="15496"/>
                  </a:lnTo>
                  <a:lnTo>
                    <a:pt x="15965" y="19722"/>
                  </a:lnTo>
                  <a:lnTo>
                    <a:pt x="11270" y="21130"/>
                  </a:lnTo>
                  <a:lnTo>
                    <a:pt x="11270" y="20661"/>
                  </a:lnTo>
                  <a:lnTo>
                    <a:pt x="7513" y="20661"/>
                  </a:lnTo>
                  <a:lnTo>
                    <a:pt x="6574" y="19722"/>
                  </a:lnTo>
                  <a:lnTo>
                    <a:pt x="4696" y="19252"/>
                  </a:lnTo>
                  <a:lnTo>
                    <a:pt x="4226" y="18313"/>
                  </a:lnTo>
                  <a:lnTo>
                    <a:pt x="7043" y="19252"/>
                  </a:lnTo>
                  <a:lnTo>
                    <a:pt x="7043" y="19722"/>
                  </a:lnTo>
                  <a:lnTo>
                    <a:pt x="12209" y="20191"/>
                  </a:lnTo>
                  <a:lnTo>
                    <a:pt x="12209" y="19722"/>
                  </a:lnTo>
                  <a:lnTo>
                    <a:pt x="15026" y="19252"/>
                  </a:lnTo>
                  <a:lnTo>
                    <a:pt x="18783" y="15496"/>
                  </a:lnTo>
                  <a:lnTo>
                    <a:pt x="19252" y="15496"/>
                  </a:lnTo>
                  <a:lnTo>
                    <a:pt x="19252" y="13617"/>
                  </a:lnTo>
                  <a:lnTo>
                    <a:pt x="20191" y="13148"/>
                  </a:lnTo>
                  <a:lnTo>
                    <a:pt x="20191" y="7983"/>
                  </a:lnTo>
                  <a:lnTo>
                    <a:pt x="19252" y="7513"/>
                  </a:lnTo>
                  <a:lnTo>
                    <a:pt x="18783" y="5635"/>
                  </a:lnTo>
                  <a:lnTo>
                    <a:pt x="15496" y="2348"/>
                  </a:lnTo>
                  <a:close/>
                </a:path>
              </a:pathLst>
            </a:custGeom>
            <a:solidFill xmlns:a="http://schemas.openxmlformats.org/drawingml/2006/main">
              <a:srgbClr val="BC4E2C"/>
            </a:solidFill>
            <a:ln xmlns:a="http://schemas.openxmlformats.org/drawingml/2006/main">
              <a:noFill/>
            </a:ln>
          </p:spPr>
        </p:sp>
      </p:grpSp>
      <p:sp>
        <p:nvSpPr>
          <p:cNvPr id="71" name="scene-container-object-n128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01834" y="11956243"/>
            <a:ext cx="505193" cy="527646"/>
          </a:xfrm>
          <a:custGeom xmlns:a="http://schemas.openxmlformats.org/drawingml/2006/main">
            <a:avLst/>
            <a:gdLst/>
            <a:ahLst/>
            <a:cxnLst/>
            <a:rect l="l" t="t" r="r" b="b"/>
            <a:pathLst>
              <a:path w="21600" h="21600">
                <a:moveTo>
                  <a:pt x="9120" y="0"/>
                </a:moveTo>
                <a:lnTo>
                  <a:pt x="9600" y="460"/>
                </a:lnTo>
                <a:lnTo>
                  <a:pt x="11520" y="460"/>
                </a:lnTo>
                <a:lnTo>
                  <a:pt x="12000" y="0"/>
                </a:lnTo>
                <a:lnTo>
                  <a:pt x="12000" y="460"/>
                </a:lnTo>
                <a:lnTo>
                  <a:pt x="15360" y="919"/>
                </a:lnTo>
                <a:lnTo>
                  <a:pt x="16320" y="1838"/>
                </a:lnTo>
                <a:lnTo>
                  <a:pt x="17760" y="2298"/>
                </a:lnTo>
                <a:lnTo>
                  <a:pt x="17280" y="3217"/>
                </a:lnTo>
                <a:lnTo>
                  <a:pt x="18240" y="2757"/>
                </a:lnTo>
                <a:lnTo>
                  <a:pt x="19200" y="5055"/>
                </a:lnTo>
                <a:lnTo>
                  <a:pt x="20640" y="5515"/>
                </a:lnTo>
                <a:lnTo>
                  <a:pt x="20160" y="6434"/>
                </a:lnTo>
                <a:lnTo>
                  <a:pt x="21600" y="7813"/>
                </a:lnTo>
                <a:lnTo>
                  <a:pt x="21120" y="11030"/>
                </a:lnTo>
                <a:lnTo>
                  <a:pt x="21600" y="11030"/>
                </a:lnTo>
                <a:lnTo>
                  <a:pt x="21120" y="14706"/>
                </a:lnTo>
                <a:lnTo>
                  <a:pt x="20640" y="14706"/>
                </a:lnTo>
                <a:lnTo>
                  <a:pt x="20160" y="16545"/>
                </a:lnTo>
                <a:lnTo>
                  <a:pt x="18240" y="18383"/>
                </a:lnTo>
                <a:lnTo>
                  <a:pt x="18240" y="18843"/>
                </a:lnTo>
                <a:lnTo>
                  <a:pt x="16800" y="18843"/>
                </a:lnTo>
                <a:lnTo>
                  <a:pt x="16320" y="20221"/>
                </a:lnTo>
                <a:lnTo>
                  <a:pt x="14400" y="20221"/>
                </a:lnTo>
                <a:lnTo>
                  <a:pt x="13920" y="20681"/>
                </a:lnTo>
                <a:lnTo>
                  <a:pt x="13440" y="20221"/>
                </a:lnTo>
                <a:lnTo>
                  <a:pt x="13920" y="21140"/>
                </a:lnTo>
                <a:lnTo>
                  <a:pt x="12000" y="21140"/>
                </a:lnTo>
                <a:lnTo>
                  <a:pt x="12000" y="21600"/>
                </a:lnTo>
                <a:lnTo>
                  <a:pt x="6240" y="20681"/>
                </a:lnTo>
                <a:lnTo>
                  <a:pt x="2880" y="17464"/>
                </a:lnTo>
                <a:lnTo>
                  <a:pt x="1920" y="17464"/>
                </a:lnTo>
                <a:lnTo>
                  <a:pt x="960" y="15166"/>
                </a:lnTo>
                <a:lnTo>
                  <a:pt x="480" y="15166"/>
                </a:lnTo>
                <a:lnTo>
                  <a:pt x="0" y="9651"/>
                </a:lnTo>
                <a:lnTo>
                  <a:pt x="480" y="9651"/>
                </a:lnTo>
                <a:lnTo>
                  <a:pt x="480" y="5974"/>
                </a:lnTo>
                <a:lnTo>
                  <a:pt x="5280" y="1379"/>
                </a:lnTo>
                <a:lnTo>
                  <a:pt x="5760" y="1838"/>
                </a:lnTo>
                <a:lnTo>
                  <a:pt x="5760" y="919"/>
                </a:lnTo>
                <a:lnTo>
                  <a:pt x="7680" y="460"/>
                </a:lnTo>
                <a:lnTo>
                  <a:pt x="7680" y="919"/>
                </a:lnTo>
                <a:lnTo>
                  <a:pt x="9120" y="919"/>
                </a:lnTo>
                <a:close/>
              </a:path>
            </a:pathLst>
          </a:custGeom>
          <a:solidFill xmlns:a="http://schemas.openxmlformats.org/drawingml/2006/main">
            <a:srgbClr val="1E7044"/>
          </a:solidFill>
          <a:ln xmlns:a="http://schemas.openxmlformats.org/drawingml/2006/main">
            <a:noFill/>
          </a:ln>
        </p:spPr>
      </p:sp>
      <p:sp>
        <p:nvSpPr>
          <p:cNvPr id="72" name="scene-container-object-n109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60287" y="6836950"/>
            <a:ext cx="482740" cy="482740"/>
          </a:xfrm>
          <a:custGeom xmlns:a="http://schemas.openxmlformats.org/drawingml/2006/main">
            <a:avLst/>
            <a:gdLst>
              <a:gd name="ctPortXp174011" fmla="*/ w 174011 482740"/>
              <a:gd name="ctPortYn291890" fmla="*/ h -291890 482740"/>
              <a:gd name="ctPortYp595005" fmla="*/ h 595005 482740"/>
            </a:gdLst>
            <a:ahLst/>
            <a:cxnLst>
              <a:cxn ang="16200000">
                <a:pos x="ctPortXp174011" y="ctPortYn291890"/>
              </a:cxn>
              <a:cxn ang="5400000">
                <a:pos x="ctPortXp174011" y="ctPortYp595005"/>
              </a:cxn>
            </a:cxnLst>
            <a:rect l="l" t="t" r="r" b="b"/>
            <a:pathLst>
              <a:path w="21600" h="21600">
                <a:moveTo>
                  <a:pt x="8540" y="0"/>
                </a:moveTo>
                <a:lnTo>
                  <a:pt x="11553" y="0"/>
                </a:lnTo>
                <a:lnTo>
                  <a:pt x="11553" y="502"/>
                </a:lnTo>
                <a:lnTo>
                  <a:pt x="10047" y="502"/>
                </a:lnTo>
                <a:lnTo>
                  <a:pt x="10047" y="1005"/>
                </a:lnTo>
                <a:lnTo>
                  <a:pt x="13060" y="502"/>
                </a:lnTo>
                <a:lnTo>
                  <a:pt x="13563" y="1005"/>
                </a:lnTo>
                <a:lnTo>
                  <a:pt x="13563" y="502"/>
                </a:lnTo>
                <a:lnTo>
                  <a:pt x="15572" y="1005"/>
                </a:lnTo>
                <a:lnTo>
                  <a:pt x="15572" y="2009"/>
                </a:lnTo>
                <a:lnTo>
                  <a:pt x="17079" y="2009"/>
                </a:lnTo>
                <a:lnTo>
                  <a:pt x="16074" y="3014"/>
                </a:lnTo>
                <a:lnTo>
                  <a:pt x="18586" y="4019"/>
                </a:lnTo>
                <a:lnTo>
                  <a:pt x="18586" y="5023"/>
                </a:lnTo>
                <a:lnTo>
                  <a:pt x="19591" y="4521"/>
                </a:lnTo>
                <a:lnTo>
                  <a:pt x="20093" y="6530"/>
                </a:lnTo>
                <a:lnTo>
                  <a:pt x="20595" y="6530"/>
                </a:lnTo>
                <a:lnTo>
                  <a:pt x="21098" y="9544"/>
                </a:lnTo>
                <a:lnTo>
                  <a:pt x="21600" y="9544"/>
                </a:lnTo>
                <a:lnTo>
                  <a:pt x="21098" y="14065"/>
                </a:lnTo>
                <a:lnTo>
                  <a:pt x="20595" y="14065"/>
                </a:lnTo>
                <a:lnTo>
                  <a:pt x="20595" y="15572"/>
                </a:lnTo>
                <a:lnTo>
                  <a:pt x="19591" y="15572"/>
                </a:lnTo>
                <a:lnTo>
                  <a:pt x="19088" y="17581"/>
                </a:lnTo>
                <a:lnTo>
                  <a:pt x="17581" y="18084"/>
                </a:lnTo>
                <a:lnTo>
                  <a:pt x="17079" y="19591"/>
                </a:lnTo>
                <a:lnTo>
                  <a:pt x="15572" y="20093"/>
                </a:lnTo>
                <a:lnTo>
                  <a:pt x="15572" y="20595"/>
                </a:lnTo>
                <a:lnTo>
                  <a:pt x="12056" y="21098"/>
                </a:lnTo>
                <a:lnTo>
                  <a:pt x="12056" y="21600"/>
                </a:lnTo>
                <a:lnTo>
                  <a:pt x="7535" y="21600"/>
                </a:lnTo>
                <a:lnTo>
                  <a:pt x="7535" y="21098"/>
                </a:lnTo>
                <a:lnTo>
                  <a:pt x="3516" y="19591"/>
                </a:lnTo>
                <a:lnTo>
                  <a:pt x="3014" y="19088"/>
                </a:lnTo>
                <a:lnTo>
                  <a:pt x="3516" y="17581"/>
                </a:lnTo>
                <a:lnTo>
                  <a:pt x="3014" y="18084"/>
                </a:lnTo>
                <a:lnTo>
                  <a:pt x="1507" y="17581"/>
                </a:lnTo>
                <a:lnTo>
                  <a:pt x="1507" y="16074"/>
                </a:lnTo>
                <a:lnTo>
                  <a:pt x="502" y="15572"/>
                </a:lnTo>
                <a:lnTo>
                  <a:pt x="502" y="13563"/>
                </a:lnTo>
                <a:lnTo>
                  <a:pt x="0" y="13563"/>
                </a:lnTo>
                <a:lnTo>
                  <a:pt x="0" y="8037"/>
                </a:lnTo>
                <a:lnTo>
                  <a:pt x="502" y="8037"/>
                </a:lnTo>
                <a:lnTo>
                  <a:pt x="1005" y="4521"/>
                </a:lnTo>
                <a:lnTo>
                  <a:pt x="2009" y="3516"/>
                </a:lnTo>
                <a:lnTo>
                  <a:pt x="3014" y="3516"/>
                </a:lnTo>
                <a:lnTo>
                  <a:pt x="3014" y="2512"/>
                </a:lnTo>
                <a:lnTo>
                  <a:pt x="6028" y="1507"/>
                </a:lnTo>
                <a:lnTo>
                  <a:pt x="6530" y="502"/>
                </a:lnTo>
                <a:lnTo>
                  <a:pt x="7535" y="1005"/>
                </a:lnTo>
                <a:close/>
              </a:path>
            </a:pathLst>
          </a:custGeom>
          <a:solidFill xmlns:a="http://schemas.openxmlformats.org/drawingml/2006/main">
            <a:srgbClr val="2B794E"/>
          </a:solidFill>
          <a:ln xmlns:a="http://schemas.openxmlformats.org/drawingml/2006/main">
            <a:noFill/>
          </a:ln>
        </p:spPr>
      </p:sp>
      <p:sp>
        <p:nvSpPr>
          <p:cNvPr id="73" name="scene-icon-object-n105-contour-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316331" y="2918895"/>
            <a:ext cx="44906" cy="123492"/>
          </a:xfrm>
          <a:custGeom xmlns:a="http://schemas.openxmlformats.org/drawingml/2006/main">
            <a:avLst/>
            <a:gdLst/>
            <a:ahLst/>
            <a:cxnLst/>
            <a:rect l="l" t="t" r="r" b="b"/>
            <a:pathLst>
              <a:path w="21600" h="21600">
                <a:moveTo>
                  <a:pt x="10800" y="0"/>
                </a:moveTo>
                <a:lnTo>
                  <a:pt x="21600" y="0"/>
                </a:lnTo>
                <a:lnTo>
                  <a:pt x="21600" y="5891"/>
                </a:lnTo>
                <a:lnTo>
                  <a:pt x="16200" y="5891"/>
                </a:lnTo>
                <a:lnTo>
                  <a:pt x="10800" y="17673"/>
                </a:lnTo>
                <a:lnTo>
                  <a:pt x="5400" y="17673"/>
                </a:lnTo>
                <a:lnTo>
                  <a:pt x="5400" y="21600"/>
                </a:lnTo>
                <a:lnTo>
                  <a:pt x="0" y="21600"/>
                </a:lnTo>
                <a:lnTo>
                  <a:pt x="0" y="13745"/>
                </a:lnTo>
                <a:lnTo>
                  <a:pt x="5400" y="13745"/>
                </a:lnTo>
                <a:lnTo>
                  <a:pt x="5400" y="9818"/>
                </a:lnTo>
                <a:lnTo>
                  <a:pt x="10800" y="9818"/>
                </a:lnTo>
                <a:close/>
              </a:path>
            </a:pathLst>
          </a:custGeom>
          <a:solidFill xmlns:a="http://schemas.openxmlformats.org/drawingml/2006/main">
            <a:srgbClr val="F2B7A6"/>
          </a:solidFill>
          <a:ln xmlns:a="http://schemas.openxmlformats.org/drawingml/2006/main">
            <a:noFill/>
          </a:ln>
        </p:spPr>
      </p:sp>
      <p:sp>
        <p:nvSpPr>
          <p:cNvPr id="74" name="scene-icon-object-n105-contour-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316331" y="2930122"/>
            <a:ext cx="89812" cy="157171"/>
          </a:xfrm>
          <a:custGeom xmlns:a="http://schemas.openxmlformats.org/drawingml/2006/main">
            <a:avLst/>
            <a:gdLst/>
            <a:ahLst/>
            <a:cxnLst/>
            <a:rect l="l" t="t" r="r" b="b"/>
            <a:pathLst>
              <a:path w="21600" h="21600">
                <a:moveTo>
                  <a:pt x="18900" y="0"/>
                </a:moveTo>
                <a:lnTo>
                  <a:pt x="21600" y="0"/>
                </a:lnTo>
                <a:lnTo>
                  <a:pt x="21600" y="7714"/>
                </a:lnTo>
                <a:lnTo>
                  <a:pt x="16200" y="9257"/>
                </a:lnTo>
                <a:lnTo>
                  <a:pt x="16200" y="13886"/>
                </a:lnTo>
                <a:lnTo>
                  <a:pt x="13500" y="13886"/>
                </a:lnTo>
                <a:lnTo>
                  <a:pt x="10800" y="20057"/>
                </a:lnTo>
                <a:lnTo>
                  <a:pt x="8100" y="20057"/>
                </a:lnTo>
                <a:lnTo>
                  <a:pt x="8100" y="21600"/>
                </a:lnTo>
                <a:lnTo>
                  <a:pt x="2700" y="21600"/>
                </a:lnTo>
                <a:lnTo>
                  <a:pt x="0" y="18514"/>
                </a:lnTo>
                <a:lnTo>
                  <a:pt x="8100" y="18514"/>
                </a:lnTo>
                <a:lnTo>
                  <a:pt x="8100" y="15429"/>
                </a:lnTo>
                <a:lnTo>
                  <a:pt x="10800" y="15429"/>
                </a:lnTo>
                <a:lnTo>
                  <a:pt x="10800" y="10800"/>
                </a:lnTo>
                <a:lnTo>
                  <a:pt x="13500" y="10800"/>
                </a:lnTo>
                <a:lnTo>
                  <a:pt x="16200" y="4629"/>
                </a:lnTo>
                <a:lnTo>
                  <a:pt x="18900" y="4629"/>
                </a:lnTo>
                <a:close/>
              </a:path>
            </a:pathLst>
          </a:custGeom>
          <a:solidFill xmlns:a="http://schemas.openxmlformats.org/drawingml/2006/main">
            <a:srgbClr val="F2B19F"/>
          </a:solidFill>
          <a:ln xmlns:a="http://schemas.openxmlformats.org/drawingml/2006/main">
            <a:noFill/>
          </a:ln>
        </p:spPr>
      </p:sp>
      <p:sp>
        <p:nvSpPr>
          <p:cNvPr id="75" name="scene-icon-object-n105-contour-3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406144" y="3019934"/>
            <a:ext cx="134718" cy="123492"/>
          </a:xfrm>
          <a:custGeom xmlns:a="http://schemas.openxmlformats.org/drawingml/2006/main">
            <a:avLst/>
            <a:gdLst/>
            <a:ahLst/>
            <a:cxnLst/>
            <a:rect l="l" t="t" r="r" b="b"/>
            <a:pathLst>
              <a:path w="21600" h="21600">
                <a:moveTo>
                  <a:pt x="18000" y="0"/>
                </a:moveTo>
                <a:lnTo>
                  <a:pt x="21600" y="0"/>
                </a:lnTo>
                <a:lnTo>
                  <a:pt x="19800" y="3927"/>
                </a:lnTo>
                <a:lnTo>
                  <a:pt x="16200" y="5891"/>
                </a:lnTo>
                <a:lnTo>
                  <a:pt x="16200" y="7855"/>
                </a:lnTo>
                <a:lnTo>
                  <a:pt x="12600" y="7855"/>
                </a:lnTo>
                <a:lnTo>
                  <a:pt x="10800" y="11782"/>
                </a:lnTo>
                <a:lnTo>
                  <a:pt x="7200" y="11782"/>
                </a:lnTo>
                <a:lnTo>
                  <a:pt x="5400" y="15709"/>
                </a:lnTo>
                <a:lnTo>
                  <a:pt x="1800" y="17673"/>
                </a:lnTo>
                <a:lnTo>
                  <a:pt x="1800" y="21600"/>
                </a:lnTo>
                <a:lnTo>
                  <a:pt x="0" y="21600"/>
                </a:lnTo>
                <a:lnTo>
                  <a:pt x="0" y="15709"/>
                </a:lnTo>
                <a:lnTo>
                  <a:pt x="3600" y="13745"/>
                </a:lnTo>
                <a:lnTo>
                  <a:pt x="5400" y="9818"/>
                </a:lnTo>
                <a:lnTo>
                  <a:pt x="9000" y="9818"/>
                </a:lnTo>
                <a:lnTo>
                  <a:pt x="10800" y="5891"/>
                </a:lnTo>
                <a:lnTo>
                  <a:pt x="14400" y="5891"/>
                </a:lnTo>
                <a:lnTo>
                  <a:pt x="14400" y="1964"/>
                </a:lnTo>
                <a:lnTo>
                  <a:pt x="18000" y="1964"/>
                </a:lnTo>
                <a:close/>
              </a:path>
            </a:pathLst>
          </a:custGeom>
          <a:solidFill xmlns:a="http://schemas.openxmlformats.org/drawingml/2006/main">
            <a:srgbClr val="EDBBA1"/>
          </a:solidFill>
          <a:ln xmlns:a="http://schemas.openxmlformats.org/drawingml/2006/main">
            <a:noFill/>
          </a:ln>
        </p:spPr>
      </p:sp>
      <p:sp>
        <p:nvSpPr>
          <p:cNvPr id="76" name="scene-icon-object-n105-contour-4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417370" y="3053613"/>
            <a:ext cx="157171" cy="101039"/>
          </a:xfrm>
          <a:custGeom xmlns:a="http://schemas.openxmlformats.org/drawingml/2006/main">
            <a:avLst/>
            <a:gdLst/>
            <a:ahLst/>
            <a:cxnLst/>
            <a:rect l="l" t="t" r="r" b="b"/>
            <a:pathLst>
              <a:path w="21600" h="21600">
                <a:moveTo>
                  <a:pt x="18514" y="0"/>
                </a:moveTo>
                <a:lnTo>
                  <a:pt x="21600" y="0"/>
                </a:lnTo>
                <a:lnTo>
                  <a:pt x="20057" y="4800"/>
                </a:lnTo>
                <a:lnTo>
                  <a:pt x="16971" y="7200"/>
                </a:lnTo>
                <a:lnTo>
                  <a:pt x="16971" y="9600"/>
                </a:lnTo>
                <a:lnTo>
                  <a:pt x="13886" y="9600"/>
                </a:lnTo>
                <a:lnTo>
                  <a:pt x="13886" y="14400"/>
                </a:lnTo>
                <a:lnTo>
                  <a:pt x="9257" y="14400"/>
                </a:lnTo>
                <a:lnTo>
                  <a:pt x="7714" y="19200"/>
                </a:lnTo>
                <a:lnTo>
                  <a:pt x="4629" y="19200"/>
                </a:lnTo>
                <a:lnTo>
                  <a:pt x="4629" y="21600"/>
                </a:lnTo>
                <a:lnTo>
                  <a:pt x="0" y="21600"/>
                </a:lnTo>
                <a:lnTo>
                  <a:pt x="0" y="19200"/>
                </a:lnTo>
                <a:lnTo>
                  <a:pt x="6171" y="16800"/>
                </a:lnTo>
                <a:lnTo>
                  <a:pt x="7714" y="12000"/>
                </a:lnTo>
                <a:lnTo>
                  <a:pt x="10800" y="12000"/>
                </a:lnTo>
                <a:lnTo>
                  <a:pt x="12343" y="7200"/>
                </a:lnTo>
                <a:lnTo>
                  <a:pt x="18514" y="2400"/>
                </a:lnTo>
                <a:close/>
              </a:path>
            </a:pathLst>
          </a:custGeom>
          <a:solidFill xmlns:a="http://schemas.openxmlformats.org/drawingml/2006/main">
            <a:srgbClr val="EDB79A"/>
          </a:solidFill>
          <a:ln xmlns:a="http://schemas.openxmlformats.org/drawingml/2006/main">
            <a:noFill/>
          </a:ln>
        </p:spPr>
      </p:sp>
      <p:sp>
        <p:nvSpPr>
          <p:cNvPr id="77" name="scene-icon-object-n105-contour-5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417370" y="3233238"/>
            <a:ext cx="213304" cy="56133"/>
          </a:xfrm>
          <a:custGeom xmlns:a="http://schemas.openxmlformats.org/drawingml/2006/main">
            <a:avLst/>
            <a:gdLst/>
            <a:ahLst/>
            <a:cxnLst/>
            <a:rect l="l" t="t" r="r" b="b"/>
            <a:pathLst>
              <a:path w="21600" h="21600">
                <a:moveTo>
                  <a:pt x="1137" y="0"/>
                </a:moveTo>
                <a:lnTo>
                  <a:pt x="20463" y="0"/>
                </a:lnTo>
                <a:lnTo>
                  <a:pt x="20463" y="4320"/>
                </a:lnTo>
                <a:lnTo>
                  <a:pt x="21600" y="4320"/>
                </a:lnTo>
                <a:lnTo>
                  <a:pt x="21600" y="17280"/>
                </a:lnTo>
                <a:lnTo>
                  <a:pt x="20463" y="17280"/>
                </a:lnTo>
                <a:lnTo>
                  <a:pt x="20463" y="21600"/>
                </a:lnTo>
                <a:lnTo>
                  <a:pt x="4547" y="21600"/>
                </a:lnTo>
                <a:lnTo>
                  <a:pt x="4547" y="17280"/>
                </a:lnTo>
                <a:lnTo>
                  <a:pt x="19326" y="17280"/>
                </a:lnTo>
                <a:lnTo>
                  <a:pt x="20463" y="8640"/>
                </a:lnTo>
                <a:lnTo>
                  <a:pt x="19326" y="8640"/>
                </a:lnTo>
                <a:lnTo>
                  <a:pt x="19326" y="4320"/>
                </a:lnTo>
                <a:lnTo>
                  <a:pt x="2274" y="4320"/>
                </a:lnTo>
                <a:lnTo>
                  <a:pt x="2274" y="12960"/>
                </a:lnTo>
                <a:lnTo>
                  <a:pt x="4547" y="12960"/>
                </a:lnTo>
                <a:lnTo>
                  <a:pt x="4547" y="17280"/>
                </a:lnTo>
                <a:lnTo>
                  <a:pt x="1137" y="17280"/>
                </a:lnTo>
                <a:lnTo>
                  <a:pt x="0" y="8640"/>
                </a:lnTo>
                <a:lnTo>
                  <a:pt x="1137" y="8640"/>
                </a:lnTo>
                <a:close/>
              </a:path>
            </a:pathLst>
          </a:custGeom>
          <a:solidFill xmlns:a="http://schemas.openxmlformats.org/drawingml/2006/main">
            <a:srgbClr val="EFB6A1"/>
          </a:solidFill>
          <a:ln xmlns:a="http://schemas.openxmlformats.org/drawingml/2006/main">
            <a:noFill/>
          </a:ln>
        </p:spPr>
      </p:sp>
      <p:sp>
        <p:nvSpPr>
          <p:cNvPr id="78" name="scene-icon-object-n105-contour-6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316331" y="2885215"/>
            <a:ext cx="89812" cy="179624"/>
          </a:xfrm>
          <a:custGeom xmlns:a="http://schemas.openxmlformats.org/drawingml/2006/main">
            <a:avLst/>
            <a:gdLst/>
            <a:ahLst/>
            <a:cxnLst/>
            <a:rect l="l" t="t" r="r" b="b"/>
            <a:pathLst>
              <a:path w="21600" h="21600">
                <a:moveTo>
                  <a:pt x="16200" y="0"/>
                </a:moveTo>
                <a:lnTo>
                  <a:pt x="21600" y="0"/>
                </a:lnTo>
                <a:lnTo>
                  <a:pt x="21600" y="5400"/>
                </a:lnTo>
                <a:lnTo>
                  <a:pt x="18900" y="5400"/>
                </a:lnTo>
                <a:lnTo>
                  <a:pt x="18900" y="9450"/>
                </a:lnTo>
                <a:lnTo>
                  <a:pt x="16200" y="9450"/>
                </a:lnTo>
                <a:lnTo>
                  <a:pt x="13500" y="14850"/>
                </a:lnTo>
                <a:lnTo>
                  <a:pt x="10800" y="14850"/>
                </a:lnTo>
                <a:lnTo>
                  <a:pt x="10800" y="18900"/>
                </a:lnTo>
                <a:lnTo>
                  <a:pt x="8100" y="18900"/>
                </a:lnTo>
                <a:lnTo>
                  <a:pt x="8100" y="21600"/>
                </a:lnTo>
                <a:lnTo>
                  <a:pt x="0" y="21600"/>
                </a:lnTo>
                <a:lnTo>
                  <a:pt x="2700" y="16200"/>
                </a:lnTo>
                <a:lnTo>
                  <a:pt x="5400" y="16200"/>
                </a:lnTo>
                <a:lnTo>
                  <a:pt x="8100" y="8100"/>
                </a:lnTo>
                <a:lnTo>
                  <a:pt x="10800" y="8100"/>
                </a:lnTo>
                <a:lnTo>
                  <a:pt x="10800" y="4050"/>
                </a:lnTo>
                <a:lnTo>
                  <a:pt x="13500" y="4050"/>
                </a:lnTo>
                <a:lnTo>
                  <a:pt x="13500" y="1350"/>
                </a:lnTo>
                <a:lnTo>
                  <a:pt x="16200" y="1350"/>
                </a:lnTo>
                <a:close/>
              </a:path>
            </a:pathLst>
          </a:custGeom>
          <a:solidFill xmlns:a="http://schemas.openxmlformats.org/drawingml/2006/main">
            <a:srgbClr val="C35333"/>
          </a:solidFill>
          <a:ln xmlns:a="http://schemas.openxmlformats.org/drawingml/2006/main">
            <a:noFill/>
          </a:ln>
        </p:spPr>
      </p:sp>
      <p:sp>
        <p:nvSpPr>
          <p:cNvPr id="79" name="scene-icon-object-n105-contour-7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417370" y="3008707"/>
            <a:ext cx="168398" cy="134718"/>
          </a:xfrm>
          <a:custGeom xmlns:a="http://schemas.openxmlformats.org/drawingml/2006/main">
            <a:avLst/>
            <a:gdLst/>
            <a:ahLst/>
            <a:cxnLst/>
            <a:rect l="l" t="t" r="r" b="b"/>
            <a:pathLst>
              <a:path w="21600" h="21600">
                <a:moveTo>
                  <a:pt x="18720" y="0"/>
                </a:moveTo>
                <a:lnTo>
                  <a:pt x="21600" y="0"/>
                </a:lnTo>
                <a:lnTo>
                  <a:pt x="21600" y="5400"/>
                </a:lnTo>
                <a:lnTo>
                  <a:pt x="15840" y="9000"/>
                </a:lnTo>
                <a:lnTo>
                  <a:pt x="15840" y="10800"/>
                </a:lnTo>
                <a:lnTo>
                  <a:pt x="12960" y="10800"/>
                </a:lnTo>
                <a:lnTo>
                  <a:pt x="11520" y="14400"/>
                </a:lnTo>
                <a:lnTo>
                  <a:pt x="5760" y="18000"/>
                </a:lnTo>
                <a:lnTo>
                  <a:pt x="5760" y="19800"/>
                </a:lnTo>
                <a:lnTo>
                  <a:pt x="0" y="21600"/>
                </a:lnTo>
                <a:lnTo>
                  <a:pt x="0" y="18000"/>
                </a:lnTo>
                <a:lnTo>
                  <a:pt x="2880" y="16200"/>
                </a:lnTo>
                <a:lnTo>
                  <a:pt x="4320" y="12600"/>
                </a:lnTo>
                <a:lnTo>
                  <a:pt x="7200" y="12600"/>
                </a:lnTo>
                <a:lnTo>
                  <a:pt x="8640" y="9000"/>
                </a:lnTo>
                <a:lnTo>
                  <a:pt x="11520" y="9000"/>
                </a:lnTo>
                <a:lnTo>
                  <a:pt x="12960" y="5400"/>
                </a:lnTo>
                <a:lnTo>
                  <a:pt x="15840" y="3600"/>
                </a:lnTo>
                <a:lnTo>
                  <a:pt x="15840" y="1800"/>
                </a:lnTo>
                <a:lnTo>
                  <a:pt x="18720" y="1800"/>
                </a:lnTo>
                <a:close/>
              </a:path>
            </a:pathLst>
          </a:custGeom>
          <a:solidFill xmlns:a="http://schemas.openxmlformats.org/drawingml/2006/main">
            <a:srgbClr val="C15C37"/>
          </a:solidFill>
          <a:ln xmlns:a="http://schemas.openxmlformats.org/drawingml/2006/main">
            <a:noFill/>
          </a:ln>
        </p:spPr>
      </p:sp>
      <p:sp>
        <p:nvSpPr>
          <p:cNvPr id="80" name="scene-icon-object-n105-contour-8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439823" y="3244464"/>
            <a:ext cx="179624" cy="33680"/>
          </a:xfrm>
          <a:custGeom xmlns:a="http://schemas.openxmlformats.org/drawingml/2006/main"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0250" y="0"/>
                </a:lnTo>
                <a:lnTo>
                  <a:pt x="21600" y="14400"/>
                </a:lnTo>
                <a:lnTo>
                  <a:pt x="20250" y="14400"/>
                </a:lnTo>
                <a:lnTo>
                  <a:pt x="20250" y="21600"/>
                </a:lnTo>
                <a:lnTo>
                  <a:pt x="2700" y="21600"/>
                </a:lnTo>
                <a:lnTo>
                  <a:pt x="2700" y="14400"/>
                </a:lnTo>
                <a:lnTo>
                  <a:pt x="0" y="14400"/>
                </a:lnTo>
                <a:close/>
              </a:path>
            </a:pathLst>
          </a:custGeom>
          <a:solidFill xmlns:a="http://schemas.openxmlformats.org/drawingml/2006/main">
            <a:srgbClr val="C35237"/>
          </a:solidFill>
          <a:ln xmlns:a="http://schemas.openxmlformats.org/drawingml/2006/main">
            <a:noFill/>
          </a:ln>
        </p:spPr>
      </p:sp>
      <p:sp>
        <p:nvSpPr>
          <p:cNvPr id="81" name="scene-outline-object-n113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756685" y="6937989"/>
            <a:ext cx="505193" cy="999160"/>
          </a:xfrm>
          <a:custGeom xmlns:a="http://schemas.openxmlformats.org/drawingml/2006/main">
            <a:avLst/>
            <a:gdLst/>
            <a:ahLst/>
            <a:cxnLst/>
            <a:rect l="l" t="t" r="r" b="b"/>
            <a:pathLst>
              <a:path w="21600" h="21600">
                <a:moveTo>
                  <a:pt x="3360" y="0"/>
                </a:moveTo>
                <a:lnTo>
                  <a:pt x="19200" y="243"/>
                </a:lnTo>
                <a:lnTo>
                  <a:pt x="1920" y="485"/>
                </a:lnTo>
                <a:close/>
                <a:moveTo>
                  <a:pt x="20640" y="485"/>
                </a:moveTo>
                <a:lnTo>
                  <a:pt x="21120" y="485"/>
                </a:lnTo>
                <a:lnTo>
                  <a:pt x="21120" y="971"/>
                </a:lnTo>
                <a:lnTo>
                  <a:pt x="20640" y="971"/>
                </a:lnTo>
                <a:close/>
                <a:moveTo>
                  <a:pt x="21120" y="971"/>
                </a:moveTo>
                <a:lnTo>
                  <a:pt x="21600" y="971"/>
                </a:lnTo>
                <a:lnTo>
                  <a:pt x="21600" y="20872"/>
                </a:lnTo>
                <a:lnTo>
                  <a:pt x="21120" y="20872"/>
                </a:lnTo>
                <a:close/>
                <a:moveTo>
                  <a:pt x="480" y="1456"/>
                </a:moveTo>
                <a:lnTo>
                  <a:pt x="960" y="20872"/>
                </a:lnTo>
                <a:lnTo>
                  <a:pt x="0" y="19901"/>
                </a:lnTo>
                <a:close/>
                <a:moveTo>
                  <a:pt x="1920" y="21357"/>
                </a:moveTo>
                <a:lnTo>
                  <a:pt x="3360" y="21357"/>
                </a:lnTo>
                <a:lnTo>
                  <a:pt x="3360" y="21600"/>
                </a:lnTo>
                <a:lnTo>
                  <a:pt x="1920" y="21600"/>
                </a:lnTo>
                <a:close/>
                <a:moveTo>
                  <a:pt x="19200" y="21357"/>
                </a:moveTo>
                <a:lnTo>
                  <a:pt x="20640" y="21357"/>
                </a:lnTo>
                <a:lnTo>
                  <a:pt x="20640" y="21600"/>
                </a:lnTo>
                <a:lnTo>
                  <a:pt x="19200" y="21600"/>
                </a:lnTo>
                <a:close/>
              </a:path>
            </a:pathLst>
          </a:custGeom>
          <a:solidFill xmlns:a="http://schemas.openxmlformats.org/drawingml/2006/main">
            <a:srgbClr val="D8E6E0"/>
          </a:solidFill>
          <a:ln xmlns:a="http://schemas.openxmlformats.org/drawingml/2006/main">
            <a:noFill/>
          </a:ln>
        </p:spPr>
      </p:sp>
      <p:grpSp>
        <p:nvGrpSpPr>
          <p:cNvPr id="82" name="scene-paint-scene-container-object-n110"/>
          <p:cNvGrpSpPr/>
          <p:nvPr/>
        </p:nvGrpSpPr>
        <p:grpSpPr>
          <a:xfrm xmlns:a="http://schemas.openxmlformats.org/drawingml/2006/main">
            <a:off x="2558376" y="6835680"/>
            <a:ext cx="1888595" cy="1147645"/>
            <a:chOff x="2558376" y="6835680"/>
            <a:chExt cx="1888595" cy="1147645"/>
          </a:xfrm>
        </p:grpSpPr>
        <p:sp>
          <p:nvSpPr>
            <p:cNvPr id="83" name="scene-container-object-n110"/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H="0" flipV="0">
              <a:off x="2559646" y="6836950"/>
              <a:ext cx="1886055" cy="1145105"/>
            </a:xfrm>
            <a:custGeom xmlns:a="http://schemas.openxmlformats.org/drawingml/2006/main"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19157" y="0"/>
                  </a:moveTo>
                  <a:lnTo>
                    <a:pt x="20829" y="847"/>
                  </a:lnTo>
                  <a:lnTo>
                    <a:pt x="21600" y="3176"/>
                  </a:lnTo>
                  <a:lnTo>
                    <a:pt x="21343" y="19906"/>
                  </a:lnTo>
                  <a:lnTo>
                    <a:pt x="20057" y="21600"/>
                  </a:lnTo>
                  <a:lnTo>
                    <a:pt x="2314" y="21388"/>
                  </a:lnTo>
                  <a:lnTo>
                    <a:pt x="1029" y="21176"/>
                  </a:lnTo>
                  <a:lnTo>
                    <a:pt x="386" y="20118"/>
                  </a:lnTo>
                  <a:lnTo>
                    <a:pt x="0" y="18000"/>
                  </a:lnTo>
                  <a:lnTo>
                    <a:pt x="129" y="3176"/>
                  </a:lnTo>
                  <a:lnTo>
                    <a:pt x="643" y="1059"/>
                  </a:lnTo>
                  <a:lnTo>
                    <a:pt x="1414" y="424"/>
                  </a:lnTo>
                  <a:lnTo>
                    <a:pt x="2571" y="424"/>
                  </a:lnTo>
                  <a:lnTo>
                    <a:pt x="2571" y="0"/>
                  </a:lnTo>
                  <a:close/>
                  <a:moveTo>
                    <a:pt x="1671" y="1271"/>
                  </a:moveTo>
                  <a:lnTo>
                    <a:pt x="1029" y="1694"/>
                  </a:lnTo>
                  <a:lnTo>
                    <a:pt x="771" y="3176"/>
                  </a:lnTo>
                  <a:lnTo>
                    <a:pt x="771" y="18424"/>
                  </a:lnTo>
                  <a:lnTo>
                    <a:pt x="1286" y="20118"/>
                  </a:lnTo>
                  <a:lnTo>
                    <a:pt x="20186" y="20329"/>
                  </a:lnTo>
                  <a:lnTo>
                    <a:pt x="20700" y="19694"/>
                  </a:lnTo>
                  <a:lnTo>
                    <a:pt x="20700" y="1906"/>
                  </a:lnTo>
                  <a:lnTo>
                    <a:pt x="19543" y="1271"/>
                  </a:lnTo>
                  <a:close/>
                </a:path>
              </a:pathLst>
            </a:custGeom>
            <a:solidFill xmlns:a="http://schemas.openxmlformats.org/drawingml/2006/main">
              <a:srgbClr val="F5DFC2"/>
            </a:solidFill>
            <a:ln xmlns:a="http://schemas.openxmlformats.org/drawingml/2006/main">
              <a:noFill/>
            </a:ln>
          </p:spPr>
        </p:sp>
        <p:sp>
          <p:nvSpPr>
            <p:cNvPr id="84" name="scene-container-object-n110-paint-0"/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H="0" flipV="0">
              <a:off x="2559646" y="6836950"/>
              <a:ext cx="1886055" cy="1145105"/>
            </a:xfrm>
            <a:custGeom xmlns:a="http://schemas.openxmlformats.org/drawingml/2006/main"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10029" y="424"/>
                  </a:moveTo>
                  <a:lnTo>
                    <a:pt x="10543" y="424"/>
                  </a:lnTo>
                  <a:lnTo>
                    <a:pt x="10414" y="0"/>
                  </a:lnTo>
                  <a:lnTo>
                    <a:pt x="10800" y="0"/>
                  </a:lnTo>
                  <a:lnTo>
                    <a:pt x="10671" y="424"/>
                  </a:lnTo>
                  <a:lnTo>
                    <a:pt x="10800" y="635"/>
                  </a:lnTo>
                  <a:lnTo>
                    <a:pt x="20186" y="635"/>
                  </a:lnTo>
                  <a:lnTo>
                    <a:pt x="20443" y="1059"/>
                  </a:lnTo>
                  <a:lnTo>
                    <a:pt x="20829" y="1271"/>
                  </a:lnTo>
                  <a:lnTo>
                    <a:pt x="21086" y="1694"/>
                  </a:lnTo>
                  <a:lnTo>
                    <a:pt x="21343" y="3176"/>
                  </a:lnTo>
                  <a:lnTo>
                    <a:pt x="21214" y="3176"/>
                  </a:lnTo>
                  <a:lnTo>
                    <a:pt x="21214" y="18212"/>
                  </a:lnTo>
                  <a:lnTo>
                    <a:pt x="21343" y="18212"/>
                  </a:lnTo>
                  <a:lnTo>
                    <a:pt x="21086" y="19906"/>
                  </a:lnTo>
                  <a:lnTo>
                    <a:pt x="20571" y="20753"/>
                  </a:lnTo>
                  <a:lnTo>
                    <a:pt x="20314" y="20753"/>
                  </a:lnTo>
                  <a:lnTo>
                    <a:pt x="20314" y="20965"/>
                  </a:lnTo>
                  <a:lnTo>
                    <a:pt x="10929" y="20965"/>
                  </a:lnTo>
                  <a:lnTo>
                    <a:pt x="10929" y="21600"/>
                  </a:lnTo>
                  <a:lnTo>
                    <a:pt x="10543" y="21388"/>
                  </a:lnTo>
                  <a:lnTo>
                    <a:pt x="10543" y="20965"/>
                  </a:lnTo>
                  <a:lnTo>
                    <a:pt x="1414" y="20965"/>
                  </a:lnTo>
                  <a:lnTo>
                    <a:pt x="1414" y="20753"/>
                  </a:lnTo>
                  <a:lnTo>
                    <a:pt x="900" y="20541"/>
                  </a:lnTo>
                  <a:lnTo>
                    <a:pt x="643" y="20118"/>
                  </a:lnTo>
                  <a:lnTo>
                    <a:pt x="514" y="18847"/>
                  </a:lnTo>
                  <a:lnTo>
                    <a:pt x="386" y="18847"/>
                  </a:lnTo>
                  <a:lnTo>
                    <a:pt x="386" y="2753"/>
                  </a:lnTo>
                  <a:lnTo>
                    <a:pt x="514" y="2753"/>
                  </a:lnTo>
                  <a:lnTo>
                    <a:pt x="514" y="1906"/>
                  </a:lnTo>
                  <a:lnTo>
                    <a:pt x="1157" y="847"/>
                  </a:lnTo>
                  <a:lnTo>
                    <a:pt x="1543" y="847"/>
                  </a:lnTo>
                  <a:lnTo>
                    <a:pt x="1543" y="635"/>
                  </a:lnTo>
                  <a:lnTo>
                    <a:pt x="10029" y="635"/>
                  </a:lnTo>
                  <a:close/>
                  <a:moveTo>
                    <a:pt x="1543" y="1059"/>
                  </a:moveTo>
                  <a:lnTo>
                    <a:pt x="1286" y="1482"/>
                  </a:lnTo>
                  <a:lnTo>
                    <a:pt x="900" y="1694"/>
                  </a:lnTo>
                  <a:lnTo>
                    <a:pt x="771" y="2541"/>
                  </a:lnTo>
                  <a:lnTo>
                    <a:pt x="643" y="2541"/>
                  </a:lnTo>
                  <a:lnTo>
                    <a:pt x="643" y="18847"/>
                  </a:lnTo>
                  <a:lnTo>
                    <a:pt x="771" y="18847"/>
                  </a:lnTo>
                  <a:lnTo>
                    <a:pt x="900" y="19906"/>
                  </a:lnTo>
                  <a:lnTo>
                    <a:pt x="1157" y="20329"/>
                  </a:lnTo>
                  <a:lnTo>
                    <a:pt x="1543" y="20329"/>
                  </a:lnTo>
                  <a:lnTo>
                    <a:pt x="1543" y="20541"/>
                  </a:lnTo>
                  <a:lnTo>
                    <a:pt x="20314" y="20541"/>
                  </a:lnTo>
                  <a:lnTo>
                    <a:pt x="20700" y="19906"/>
                  </a:lnTo>
                  <a:lnTo>
                    <a:pt x="20829" y="19906"/>
                  </a:lnTo>
                  <a:lnTo>
                    <a:pt x="20829" y="19482"/>
                  </a:lnTo>
                  <a:lnTo>
                    <a:pt x="20957" y="19482"/>
                  </a:lnTo>
                  <a:lnTo>
                    <a:pt x="20957" y="2329"/>
                  </a:lnTo>
                  <a:lnTo>
                    <a:pt x="20829" y="2329"/>
                  </a:lnTo>
                  <a:lnTo>
                    <a:pt x="20700" y="1482"/>
                  </a:lnTo>
                  <a:lnTo>
                    <a:pt x="20443" y="1482"/>
                  </a:lnTo>
                  <a:lnTo>
                    <a:pt x="20186" y="1059"/>
                  </a:lnTo>
                  <a:close/>
                </a:path>
              </a:pathLst>
            </a:custGeom>
            <a:solidFill xmlns:a="http://schemas.openxmlformats.org/drawingml/2006/main">
              <a:srgbClr val="BB8254"/>
            </a:solidFill>
            <a:ln xmlns:a="http://schemas.openxmlformats.org/drawingml/2006/main">
              <a:noFill/>
            </a:ln>
          </p:spPr>
        </p:sp>
      </p:grpSp>
      <p:grpSp>
        <p:nvGrpSpPr>
          <p:cNvPr id="85" name="scene-paint-scene-container-region-n1"/>
          <p:cNvGrpSpPr/>
          <p:nvPr/>
        </p:nvGrpSpPr>
        <p:grpSpPr>
          <a:xfrm xmlns:a="http://schemas.openxmlformats.org/drawingml/2006/main">
            <a:off x="470244" y="1738840"/>
            <a:ext cx="11273965" cy="799623"/>
            <a:chOff x="470244" y="1738840"/>
            <a:chExt cx="11273965" cy="799623"/>
          </a:xfrm>
        </p:grpSpPr>
        <p:sp>
          <p:nvSpPr>
            <p:cNvPr id="86" name="scene-container-region-n1"/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H="0" flipV="0">
              <a:off x="471514" y="1740110"/>
              <a:ext cx="11271425" cy="797083"/>
            </a:xfrm>
            <a:custGeom xmlns:a="http://schemas.openxmlformats.org/drawingml/2006/main"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215" y="0"/>
                  </a:moveTo>
                  <a:lnTo>
                    <a:pt x="21363" y="304"/>
                  </a:lnTo>
                  <a:lnTo>
                    <a:pt x="21578" y="2738"/>
                  </a:lnTo>
                  <a:lnTo>
                    <a:pt x="21600" y="18254"/>
                  </a:lnTo>
                  <a:lnTo>
                    <a:pt x="21471" y="20992"/>
                  </a:lnTo>
                  <a:lnTo>
                    <a:pt x="21385" y="21600"/>
                  </a:lnTo>
                  <a:lnTo>
                    <a:pt x="194" y="21296"/>
                  </a:lnTo>
                  <a:lnTo>
                    <a:pt x="22" y="18862"/>
                  </a:lnTo>
                  <a:lnTo>
                    <a:pt x="22" y="2738"/>
                  </a:lnTo>
                  <a:close/>
                  <a:moveTo>
                    <a:pt x="194" y="913"/>
                  </a:moveTo>
                  <a:lnTo>
                    <a:pt x="65" y="3346"/>
                  </a:lnTo>
                  <a:lnTo>
                    <a:pt x="86" y="19166"/>
                  </a:lnTo>
                  <a:lnTo>
                    <a:pt x="258" y="20992"/>
                  </a:lnTo>
                  <a:lnTo>
                    <a:pt x="21428" y="20687"/>
                  </a:lnTo>
                  <a:lnTo>
                    <a:pt x="21535" y="18862"/>
                  </a:lnTo>
                  <a:lnTo>
                    <a:pt x="21557" y="17341"/>
                  </a:lnTo>
                  <a:lnTo>
                    <a:pt x="21535" y="3346"/>
                  </a:lnTo>
                  <a:lnTo>
                    <a:pt x="21449" y="1521"/>
                  </a:lnTo>
                  <a:lnTo>
                    <a:pt x="21320" y="913"/>
                  </a:lnTo>
                  <a:close/>
                </a:path>
              </a:pathLst>
            </a:custGeom>
            <a:solidFill xmlns:a="http://schemas.openxmlformats.org/drawingml/2006/main">
              <a:srgbClr val="CECCCE"/>
            </a:solidFill>
            <a:ln xmlns:a="http://schemas.openxmlformats.org/drawingml/2006/main">
              <a:noFill/>
            </a:ln>
          </p:spPr>
        </p:sp>
        <p:sp>
          <p:nvSpPr>
            <p:cNvPr id="87" name="scene-container-region-n1-paint-0"/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H="0" flipV="0">
              <a:off x="471514" y="1740110"/>
              <a:ext cx="11271425" cy="797083"/>
            </a:xfrm>
            <a:custGeom xmlns:a="http://schemas.openxmlformats.org/drawingml/2006/main"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10800" y="0"/>
                  </a:moveTo>
                  <a:lnTo>
                    <a:pt x="12887" y="0"/>
                  </a:lnTo>
                  <a:lnTo>
                    <a:pt x="12887" y="304"/>
                  </a:lnTo>
                  <a:lnTo>
                    <a:pt x="20137" y="304"/>
                  </a:lnTo>
                  <a:lnTo>
                    <a:pt x="20137" y="608"/>
                  </a:lnTo>
                  <a:lnTo>
                    <a:pt x="10800" y="608"/>
                  </a:lnTo>
                  <a:close/>
                  <a:moveTo>
                    <a:pt x="10800" y="20992"/>
                  </a:moveTo>
                  <a:lnTo>
                    <a:pt x="21084" y="20992"/>
                  </a:lnTo>
                  <a:lnTo>
                    <a:pt x="21084" y="21296"/>
                  </a:lnTo>
                  <a:lnTo>
                    <a:pt x="20739" y="21296"/>
                  </a:lnTo>
                  <a:lnTo>
                    <a:pt x="20739" y="21600"/>
                  </a:lnTo>
                  <a:lnTo>
                    <a:pt x="10800" y="21296"/>
                  </a:lnTo>
                  <a:close/>
                  <a:moveTo>
                    <a:pt x="21320" y="608"/>
                  </a:moveTo>
                  <a:lnTo>
                    <a:pt x="21385" y="608"/>
                  </a:lnTo>
                  <a:lnTo>
                    <a:pt x="21385" y="913"/>
                  </a:lnTo>
                  <a:lnTo>
                    <a:pt x="21320" y="913"/>
                  </a:lnTo>
                  <a:close/>
                  <a:moveTo>
                    <a:pt x="21406" y="913"/>
                  </a:moveTo>
                  <a:lnTo>
                    <a:pt x="21428" y="913"/>
                  </a:lnTo>
                  <a:lnTo>
                    <a:pt x="21428" y="1217"/>
                  </a:lnTo>
                  <a:lnTo>
                    <a:pt x="21406" y="1217"/>
                  </a:lnTo>
                  <a:close/>
                  <a:moveTo>
                    <a:pt x="21449" y="1217"/>
                  </a:moveTo>
                  <a:lnTo>
                    <a:pt x="21471" y="1217"/>
                  </a:lnTo>
                  <a:lnTo>
                    <a:pt x="21471" y="1521"/>
                  </a:lnTo>
                  <a:lnTo>
                    <a:pt x="21449" y="1521"/>
                  </a:lnTo>
                  <a:close/>
                  <a:moveTo>
                    <a:pt x="21471" y="1521"/>
                  </a:moveTo>
                  <a:lnTo>
                    <a:pt x="21492" y="1521"/>
                  </a:lnTo>
                  <a:lnTo>
                    <a:pt x="21492" y="1825"/>
                  </a:lnTo>
                  <a:lnTo>
                    <a:pt x="21471" y="1825"/>
                  </a:lnTo>
                  <a:close/>
                  <a:moveTo>
                    <a:pt x="21492" y="1825"/>
                  </a:moveTo>
                  <a:lnTo>
                    <a:pt x="21514" y="1825"/>
                  </a:lnTo>
                  <a:lnTo>
                    <a:pt x="21514" y="2434"/>
                  </a:lnTo>
                  <a:lnTo>
                    <a:pt x="21492" y="2434"/>
                  </a:lnTo>
                  <a:close/>
                  <a:moveTo>
                    <a:pt x="21514" y="2434"/>
                  </a:moveTo>
                  <a:lnTo>
                    <a:pt x="21535" y="2434"/>
                  </a:lnTo>
                  <a:lnTo>
                    <a:pt x="21535" y="2738"/>
                  </a:lnTo>
                  <a:lnTo>
                    <a:pt x="21514" y="2738"/>
                  </a:lnTo>
                  <a:close/>
                  <a:moveTo>
                    <a:pt x="21535" y="2738"/>
                  </a:moveTo>
                  <a:lnTo>
                    <a:pt x="21557" y="2738"/>
                  </a:lnTo>
                  <a:lnTo>
                    <a:pt x="21557" y="3651"/>
                  </a:lnTo>
                  <a:lnTo>
                    <a:pt x="21535" y="3651"/>
                  </a:lnTo>
                  <a:close/>
                  <a:moveTo>
                    <a:pt x="21557" y="3651"/>
                  </a:moveTo>
                  <a:lnTo>
                    <a:pt x="21578" y="3651"/>
                  </a:lnTo>
                  <a:lnTo>
                    <a:pt x="21578" y="17949"/>
                  </a:lnTo>
                  <a:lnTo>
                    <a:pt x="21557" y="17949"/>
                  </a:lnTo>
                  <a:close/>
                  <a:moveTo>
                    <a:pt x="21535" y="18862"/>
                  </a:moveTo>
                  <a:lnTo>
                    <a:pt x="21557" y="18862"/>
                  </a:lnTo>
                  <a:lnTo>
                    <a:pt x="21557" y="19166"/>
                  </a:lnTo>
                  <a:lnTo>
                    <a:pt x="21535" y="19166"/>
                  </a:lnTo>
                  <a:close/>
                  <a:moveTo>
                    <a:pt x="21514" y="19470"/>
                  </a:moveTo>
                  <a:lnTo>
                    <a:pt x="21535" y="19470"/>
                  </a:lnTo>
                  <a:lnTo>
                    <a:pt x="21535" y="19775"/>
                  </a:lnTo>
                  <a:lnTo>
                    <a:pt x="21514" y="19775"/>
                  </a:lnTo>
                  <a:close/>
                  <a:moveTo>
                    <a:pt x="21514" y="19775"/>
                  </a:moveTo>
                  <a:lnTo>
                    <a:pt x="21514" y="20079"/>
                  </a:lnTo>
                  <a:lnTo>
                    <a:pt x="21492" y="20079"/>
                  </a:lnTo>
                  <a:lnTo>
                    <a:pt x="21492" y="19775"/>
                  </a:lnTo>
                  <a:close/>
                  <a:moveTo>
                    <a:pt x="21492" y="20079"/>
                  </a:moveTo>
                  <a:lnTo>
                    <a:pt x="21492" y="20383"/>
                  </a:lnTo>
                  <a:lnTo>
                    <a:pt x="21471" y="20383"/>
                  </a:lnTo>
                  <a:lnTo>
                    <a:pt x="21471" y="20079"/>
                  </a:lnTo>
                  <a:close/>
                  <a:moveTo>
                    <a:pt x="21406" y="20687"/>
                  </a:moveTo>
                  <a:lnTo>
                    <a:pt x="21428" y="20687"/>
                  </a:lnTo>
                  <a:lnTo>
                    <a:pt x="21428" y="20992"/>
                  </a:lnTo>
                  <a:lnTo>
                    <a:pt x="21406" y="20992"/>
                  </a:lnTo>
                  <a:close/>
                </a:path>
              </a:pathLst>
            </a:custGeom>
            <a:solidFill xmlns:a="http://schemas.openxmlformats.org/drawingml/2006/main">
              <a:srgbClr val="A6A4A6"/>
            </a:solidFill>
            <a:ln xmlns:a="http://schemas.openxmlformats.org/drawingml/2006/main">
              <a:noFill/>
            </a:ln>
          </p:spPr>
        </p:sp>
        <p:sp>
          <p:nvSpPr>
            <p:cNvPr id="88" name="scene-container-region-n1-paint-1"/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H="0" flipV="0">
              <a:off x="471514" y="1740110"/>
              <a:ext cx="11271425" cy="797083"/>
            </a:xfrm>
            <a:custGeom xmlns:a="http://schemas.openxmlformats.org/drawingml/2006/main"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215" y="304"/>
                  </a:moveTo>
                  <a:lnTo>
                    <a:pt x="280" y="304"/>
                  </a:lnTo>
                  <a:lnTo>
                    <a:pt x="280" y="0"/>
                  </a:lnTo>
                  <a:lnTo>
                    <a:pt x="10800" y="0"/>
                  </a:lnTo>
                  <a:lnTo>
                    <a:pt x="10800" y="608"/>
                  </a:lnTo>
                  <a:lnTo>
                    <a:pt x="6712" y="608"/>
                  </a:lnTo>
                  <a:lnTo>
                    <a:pt x="6712" y="304"/>
                  </a:lnTo>
                  <a:lnTo>
                    <a:pt x="215" y="608"/>
                  </a:lnTo>
                  <a:close/>
                  <a:moveTo>
                    <a:pt x="194" y="608"/>
                  </a:moveTo>
                  <a:lnTo>
                    <a:pt x="172" y="1217"/>
                  </a:lnTo>
                  <a:lnTo>
                    <a:pt x="129" y="1217"/>
                  </a:lnTo>
                  <a:lnTo>
                    <a:pt x="151" y="608"/>
                  </a:lnTo>
                  <a:close/>
                  <a:moveTo>
                    <a:pt x="129" y="1217"/>
                  </a:moveTo>
                  <a:lnTo>
                    <a:pt x="129" y="1521"/>
                  </a:lnTo>
                  <a:lnTo>
                    <a:pt x="108" y="1521"/>
                  </a:lnTo>
                  <a:lnTo>
                    <a:pt x="108" y="1217"/>
                  </a:lnTo>
                  <a:close/>
                  <a:moveTo>
                    <a:pt x="108" y="1521"/>
                  </a:moveTo>
                  <a:lnTo>
                    <a:pt x="108" y="2130"/>
                  </a:lnTo>
                  <a:lnTo>
                    <a:pt x="86" y="2130"/>
                  </a:lnTo>
                  <a:lnTo>
                    <a:pt x="86" y="1521"/>
                  </a:lnTo>
                  <a:close/>
                  <a:moveTo>
                    <a:pt x="86" y="2130"/>
                  </a:moveTo>
                  <a:lnTo>
                    <a:pt x="86" y="2434"/>
                  </a:lnTo>
                  <a:lnTo>
                    <a:pt x="65" y="2434"/>
                  </a:lnTo>
                  <a:lnTo>
                    <a:pt x="65" y="2130"/>
                  </a:lnTo>
                  <a:close/>
                  <a:moveTo>
                    <a:pt x="65" y="2434"/>
                  </a:moveTo>
                  <a:lnTo>
                    <a:pt x="65" y="2738"/>
                  </a:lnTo>
                  <a:lnTo>
                    <a:pt x="43" y="2738"/>
                  </a:lnTo>
                  <a:lnTo>
                    <a:pt x="43" y="2434"/>
                  </a:lnTo>
                  <a:close/>
                  <a:moveTo>
                    <a:pt x="22" y="3651"/>
                  </a:moveTo>
                  <a:lnTo>
                    <a:pt x="43" y="3651"/>
                  </a:lnTo>
                  <a:lnTo>
                    <a:pt x="43" y="18558"/>
                  </a:lnTo>
                  <a:lnTo>
                    <a:pt x="22" y="18558"/>
                  </a:lnTo>
                  <a:close/>
                  <a:moveTo>
                    <a:pt x="43" y="18558"/>
                  </a:moveTo>
                  <a:lnTo>
                    <a:pt x="65" y="18558"/>
                  </a:lnTo>
                  <a:lnTo>
                    <a:pt x="65" y="19166"/>
                  </a:lnTo>
                  <a:lnTo>
                    <a:pt x="43" y="19166"/>
                  </a:lnTo>
                  <a:close/>
                  <a:moveTo>
                    <a:pt x="65" y="19166"/>
                  </a:moveTo>
                  <a:lnTo>
                    <a:pt x="86" y="19166"/>
                  </a:lnTo>
                  <a:lnTo>
                    <a:pt x="86" y="19775"/>
                  </a:lnTo>
                  <a:lnTo>
                    <a:pt x="65" y="19775"/>
                  </a:lnTo>
                  <a:close/>
                  <a:moveTo>
                    <a:pt x="86" y="19775"/>
                  </a:moveTo>
                  <a:lnTo>
                    <a:pt x="108" y="19775"/>
                  </a:lnTo>
                  <a:lnTo>
                    <a:pt x="108" y="20079"/>
                  </a:lnTo>
                  <a:lnTo>
                    <a:pt x="86" y="20079"/>
                  </a:lnTo>
                  <a:close/>
                  <a:moveTo>
                    <a:pt x="108" y="20079"/>
                  </a:moveTo>
                  <a:lnTo>
                    <a:pt x="129" y="20079"/>
                  </a:lnTo>
                  <a:lnTo>
                    <a:pt x="129" y="20383"/>
                  </a:lnTo>
                  <a:lnTo>
                    <a:pt x="108" y="20383"/>
                  </a:lnTo>
                  <a:close/>
                  <a:moveTo>
                    <a:pt x="172" y="20687"/>
                  </a:moveTo>
                  <a:lnTo>
                    <a:pt x="194" y="20687"/>
                  </a:lnTo>
                  <a:lnTo>
                    <a:pt x="194" y="20992"/>
                  </a:lnTo>
                  <a:lnTo>
                    <a:pt x="172" y="20992"/>
                  </a:lnTo>
                  <a:close/>
                  <a:moveTo>
                    <a:pt x="237" y="20992"/>
                  </a:moveTo>
                  <a:lnTo>
                    <a:pt x="10800" y="20992"/>
                  </a:lnTo>
                  <a:lnTo>
                    <a:pt x="10800" y="21296"/>
                  </a:lnTo>
                  <a:lnTo>
                    <a:pt x="237" y="21296"/>
                  </a:lnTo>
                  <a:close/>
                </a:path>
              </a:pathLst>
            </a:custGeom>
            <a:solidFill xmlns:a="http://schemas.openxmlformats.org/drawingml/2006/main">
              <a:srgbClr val="A6A4A6"/>
            </a:solidFill>
            <a:ln xmlns:a="http://schemas.openxmlformats.org/drawingml/2006/main">
              <a:noFill/>
            </a:ln>
          </p:spPr>
        </p:sp>
      </p:grpSp>
      <p:cxnSp>
        <p:nvCxnSpPr>
          <p:cNvPr id="89" name="scene-relation-n209"/>
          <p:cNvCxnSpPr>
            <a:stCxn xmlns:a="http://schemas.openxmlformats.org/drawingml/2006/main" id="69" idx="0"/>
            <a:endCxn xmlns:a="http://schemas.openxmlformats.org/drawingml/2006/main" id="72" idx="0"/>
          </p:cNvCxnSpPr>
          <p:nvPr/>
        </p:nvCxnSpPr>
        <p:spPr>
          <a:xfrm xmlns:a="http://schemas.openxmlformats.org/drawingml/2006/main" flipH="0" flipV="0">
            <a:off x="634298" y="5164199"/>
            <a:ext cx="1270" cy="1380862"/>
          </a:xfrm>
          <a:prstGeom xmlns:a="http://schemas.openxmlformats.org/drawingml/2006/main" prst="line"/>
          <a:noFill xmlns:a="http://schemas.openxmlformats.org/drawingml/2006/main"/>
          <a:ln xmlns:a="http://schemas.openxmlformats.org/drawingml/2006/main" w="22453">
            <a:solidFill>
              <a:srgbClr val="D2A894"/>
            </a:solidFill>
            <a:custDash>
              <a:ds d="350000" sp="50000"/>
              <a:ds d="800000" sp="50000"/>
              <a:ds d="2400000" sp="50000"/>
              <a:ds d="900000" sp="50000"/>
              <a:ds d="300000" sp="100000"/>
              <a:ds d="300000" sp="50000"/>
            </a:custDash>
            <a:tailEnd type="triangle" w="med" len="med"/>
          </a:ln>
        </p:spPr>
      </p:cxnSp>
      <p:cxnSp>
        <p:nvCxnSpPr>
          <p:cNvPr id="90" name="scene-relation-n210"/>
          <p:cNvCxnSpPr>
            <a:stCxn xmlns:a="http://schemas.openxmlformats.org/drawingml/2006/main" id="72" idx="1"/>
            <a:endCxn xmlns:a="http://schemas.openxmlformats.org/drawingml/2006/main" id="65" idx="0"/>
          </p:cNvCxnSpPr>
          <p:nvPr/>
        </p:nvCxnSpPr>
        <p:spPr>
          <a:xfrm xmlns:a="http://schemas.openxmlformats.org/drawingml/2006/main" flipH="0" flipV="0">
            <a:off x="634298" y="7431956"/>
            <a:ext cx="1270" cy="1627845"/>
          </a:xfrm>
          <a:prstGeom xmlns:a="http://schemas.openxmlformats.org/drawingml/2006/main" prst="line"/>
          <a:noFill xmlns:a="http://schemas.openxmlformats.org/drawingml/2006/main"/>
          <a:ln xmlns:a="http://schemas.openxmlformats.org/drawingml/2006/main" w="22453">
            <a:solidFill>
              <a:srgbClr val="9ABAAD"/>
            </a:solidFill>
            <a:custDash>
              <a:ds d="250000" sp="150000"/>
              <a:ds d="300000" sp="150000"/>
              <a:ds d="250000" sp="100000"/>
              <a:ds d="1600000" sp="100000"/>
              <a:ds d="250000" sp="100000"/>
              <a:ds d="300000" sp="150000"/>
              <a:ds d="250000" sp="100000"/>
              <a:ds d="250000" sp="100000"/>
              <a:ds d="250000" sp="50000"/>
              <a:ds d="400000" sp="150000"/>
              <a:ds d="200000" sp="100000"/>
              <a:ds d="200000" sp="200000"/>
              <a:ds d="200000" sp="200000"/>
              <a:ds d="150000" sp="200000"/>
              <a:ds d="150000" sp="50000"/>
            </a:custDash>
            <a:tailEnd type="triangle" w="med" len="med"/>
          </a:ln>
        </p:spPr>
      </p:cxnSp>
      <p:sp>
        <p:nvSpPr>
          <p:cNvPr id="91" name="scene-relation-n20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571160" y="5732261"/>
            <a:ext cx="520349" cy="1110303"/>
          </a:xfrm>
          <a:custGeom xmlns:a="http://schemas.openxmlformats.org/drawingml/2006/main">
            <a:avLst/>
            <a:gdLst/>
            <a:ahLst/>
            <a:cxnLst/>
            <a:rect l="l" t="t" r="r" b="b"/>
            <a:pathLst>
              <a:path w="21600" h="21600">
                <a:moveTo>
                  <a:pt x="21600" y="0"/>
                </a:moveTo>
                <a:lnTo>
                  <a:pt x="21600" y="3778"/>
                </a:lnTo>
                <a:cubicBezTo>
                  <a:pt x="21600" y="5467"/>
                  <a:pt x="18679" y="6836"/>
                  <a:pt x="15076" y="6836"/>
                </a:cubicBezTo>
                <a:lnTo>
                  <a:pt x="6524" y="6836"/>
                </a:lnTo>
                <a:cubicBezTo>
                  <a:pt x="2921" y="6836"/>
                  <a:pt x="0" y="8205"/>
                  <a:pt x="0" y="9894"/>
                </a:cubicBezTo>
                <a:lnTo>
                  <a:pt x="0" y="2160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gradFill rotWithShape="1">
              <a:gsLst>
                <a:gs pos="0">
                  <a:srgbClr val="C14A27"/>
                </a:gs>
                <a:gs pos="100000">
                  <a:srgbClr val="B74322"/>
                </a:gs>
              </a:gsLst>
              <a:lin ang="5400000" scaled="0"/>
            </a:gradFill>
            <a:tailEnd type="triangle" w="med" len="med"/>
          </a:ln>
        </p:spPr>
      </p:sp>
      <p:sp>
        <p:nvSpPr>
          <p:cNvPr id="92" name="scene-relation-regional-0-0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477976" y="5732261"/>
            <a:ext cx="1609883" cy="1110303"/>
          </a:xfrm>
          <a:custGeom xmlns:a="http://schemas.openxmlformats.org/drawingml/2006/main">
            <a:avLst/>
            <a:gdLst/>
            <a:ahLst/>
            <a:cxnLst/>
            <a:rect l="l" t="t" r="r" b="b"/>
            <a:pathLst>
              <a:path w="21600" h="21600">
                <a:moveTo>
                  <a:pt x="21600" y="0"/>
                </a:moveTo>
                <a:lnTo>
                  <a:pt x="21600" y="3778"/>
                </a:lnTo>
                <a:cubicBezTo>
                  <a:pt x="21600" y="5467"/>
                  <a:pt x="20656" y="6836"/>
                  <a:pt x="19491" y="6836"/>
                </a:cubicBezTo>
                <a:lnTo>
                  <a:pt x="2109" y="6836"/>
                </a:lnTo>
                <a:cubicBezTo>
                  <a:pt x="944" y="6836"/>
                  <a:pt x="0" y="8205"/>
                  <a:pt x="0" y="9894"/>
                </a:cubicBezTo>
                <a:lnTo>
                  <a:pt x="0" y="2160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gradFill rotWithShape="1">
              <a:gsLst>
                <a:gs pos="0">
                  <a:srgbClr val="C14A27"/>
                </a:gs>
                <a:gs pos="100000">
                  <a:srgbClr val="B74322"/>
                </a:gs>
              </a:gsLst>
              <a:lin ang="5400000" scaled="0"/>
            </a:gradFill>
            <a:tailEnd type="triangle" w="med" len="med"/>
          </a:ln>
        </p:spPr>
      </p:sp>
      <p:sp>
        <p:nvSpPr>
          <p:cNvPr id="93" name="scene-relation-n20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744893" y="5732261"/>
            <a:ext cx="856583" cy="1110303"/>
          </a:xfrm>
          <a:custGeom xmlns:a="http://schemas.openxmlformats.org/drawingml/2006/main"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0" y="3778"/>
                </a:lnTo>
                <a:cubicBezTo>
                  <a:pt x="0" y="5467"/>
                  <a:pt x="1774" y="6836"/>
                  <a:pt x="3963" y="6836"/>
                </a:cubicBezTo>
                <a:lnTo>
                  <a:pt x="17637" y="6836"/>
                </a:lnTo>
                <a:cubicBezTo>
                  <a:pt x="19826" y="6836"/>
                  <a:pt x="21600" y="8205"/>
                  <a:pt x="21600" y="9894"/>
                </a:cubicBezTo>
                <a:lnTo>
                  <a:pt x="21600" y="2160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gradFill rotWithShape="1">
              <a:gsLst>
                <a:gs pos="0">
                  <a:srgbClr val="C14A27"/>
                </a:gs>
                <a:gs pos="100000">
                  <a:srgbClr val="B74322"/>
                </a:gs>
              </a:gsLst>
              <a:lin ang="5400000" scaled="0"/>
            </a:gradFill>
            <a:tailEnd type="triangle" w="med" len="med"/>
          </a:ln>
        </p:spPr>
      </p:sp>
      <p:sp>
        <p:nvSpPr>
          <p:cNvPr id="94" name="scene-relation-n203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744893" y="5732261"/>
            <a:ext cx="2126303" cy="1121529"/>
          </a:xfrm>
          <a:custGeom xmlns:a="http://schemas.openxmlformats.org/drawingml/2006/main"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0" y="3741"/>
                </a:lnTo>
                <a:cubicBezTo>
                  <a:pt x="0" y="5412"/>
                  <a:pt x="715" y="6768"/>
                  <a:pt x="1597" y="6768"/>
                </a:cubicBezTo>
                <a:lnTo>
                  <a:pt x="20003" y="6768"/>
                </a:lnTo>
                <a:cubicBezTo>
                  <a:pt x="20885" y="6768"/>
                  <a:pt x="21600" y="8123"/>
                  <a:pt x="21600" y="9795"/>
                </a:cubicBezTo>
                <a:lnTo>
                  <a:pt x="21600" y="2160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gradFill rotWithShape="1">
              <a:gsLst>
                <a:gs pos="0">
                  <a:srgbClr val="C14A27"/>
                </a:gs>
                <a:gs pos="100000">
                  <a:srgbClr val="B74322"/>
                </a:gs>
              </a:gsLst>
              <a:lin ang="5400000" scaled="0"/>
            </a:gradFill>
            <a:tailEnd type="triangle" w="med" len="med"/>
          </a:ln>
        </p:spPr>
      </p:sp>
      <p:sp>
        <p:nvSpPr>
          <p:cNvPr id="95" name="scene-relation-n204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490549" y="7973074"/>
            <a:ext cx="549089" cy="1167558"/>
          </a:xfrm>
          <a:custGeom xmlns:a="http://schemas.openxmlformats.org/drawingml/2006/main"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0" y="5005"/>
                </a:lnTo>
                <a:cubicBezTo>
                  <a:pt x="0" y="6611"/>
                  <a:pt x="2768" y="7913"/>
                  <a:pt x="6183" y="7913"/>
                </a:cubicBezTo>
                <a:lnTo>
                  <a:pt x="15417" y="7913"/>
                </a:lnTo>
                <a:cubicBezTo>
                  <a:pt x="18832" y="7913"/>
                  <a:pt x="21600" y="9215"/>
                  <a:pt x="21600" y="10821"/>
                </a:cubicBezTo>
                <a:lnTo>
                  <a:pt x="21600" y="21600"/>
                </a:lnTo>
              </a:path>
            </a:pathLst>
          </a:custGeom>
          <a:noFill xmlns:a="http://schemas.openxmlformats.org/drawingml/2006/main"/>
          <a:ln xmlns:a="http://schemas.openxmlformats.org/drawingml/2006/main" w="38418">
            <a:gradFill rotWithShape="1">
              <a:gsLst>
                <a:gs pos="0">
                  <a:srgbClr val="228E5F"/>
                </a:gs>
                <a:gs pos="30000">
                  <a:srgbClr val="29966B"/>
                </a:gs>
                <a:gs pos="42000">
                  <a:srgbClr val="2D8FB0"/>
                </a:gs>
                <a:gs pos="100000">
                  <a:srgbClr val="1D81BF"/>
                </a:gs>
              </a:gsLst>
              <a:lin ang="5400000" scaled="0"/>
            </a:gradFill>
            <a:tailEnd type="triangle" w="med" len="med"/>
          </a:ln>
        </p:spPr>
      </p:sp>
      <p:sp>
        <p:nvSpPr>
          <p:cNvPr id="96" name="scene-relation-n205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039638" y="7973074"/>
            <a:ext cx="1525010" cy="1167558"/>
          </a:xfrm>
          <a:custGeom xmlns:a="http://schemas.openxmlformats.org/drawingml/2006/main">
            <a:avLst/>
            <a:gdLst/>
            <a:ahLst/>
            <a:cxnLst/>
            <a:rect l="l" t="t" r="r" b="b"/>
            <a:pathLst>
              <a:path w="21600" h="21600">
                <a:moveTo>
                  <a:pt x="21600" y="0"/>
                </a:moveTo>
                <a:lnTo>
                  <a:pt x="21600" y="5005"/>
                </a:lnTo>
                <a:cubicBezTo>
                  <a:pt x="21600" y="6611"/>
                  <a:pt x="20603" y="7913"/>
                  <a:pt x="19374" y="7913"/>
                </a:cubicBezTo>
                <a:lnTo>
                  <a:pt x="2226" y="7913"/>
                </a:lnTo>
                <a:cubicBezTo>
                  <a:pt x="997" y="7913"/>
                  <a:pt x="0" y="9215"/>
                  <a:pt x="0" y="10821"/>
                </a:cubicBezTo>
                <a:lnTo>
                  <a:pt x="0" y="21600"/>
                </a:lnTo>
              </a:path>
            </a:pathLst>
          </a:custGeom>
          <a:noFill xmlns:a="http://schemas.openxmlformats.org/drawingml/2006/main"/>
          <a:ln xmlns:a="http://schemas.openxmlformats.org/drawingml/2006/main" w="38418">
            <a:gradFill rotWithShape="1">
              <a:gsLst>
                <a:gs pos="0">
                  <a:srgbClr val="228E5F"/>
                </a:gs>
                <a:gs pos="30000">
                  <a:srgbClr val="29966B"/>
                </a:gs>
                <a:gs pos="42000">
                  <a:srgbClr val="2D8FB0"/>
                </a:gs>
                <a:gs pos="100000">
                  <a:srgbClr val="1D81BF"/>
                </a:gs>
              </a:gsLst>
              <a:lin ang="5400000" scaled="0"/>
            </a:gradFill>
            <a:tailEnd type="triangle" w="med" len="med"/>
          </a:ln>
        </p:spPr>
      </p:sp>
      <p:sp>
        <p:nvSpPr>
          <p:cNvPr id="97" name="scene-relation-n206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564649" y="7973074"/>
            <a:ext cx="1016561" cy="1167558"/>
          </a:xfrm>
          <a:custGeom xmlns:a="http://schemas.openxmlformats.org/drawingml/2006/main"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0" y="5005"/>
                </a:lnTo>
                <a:cubicBezTo>
                  <a:pt x="0" y="6611"/>
                  <a:pt x="1495" y="7913"/>
                  <a:pt x="3340" y="7913"/>
                </a:cubicBezTo>
                <a:lnTo>
                  <a:pt x="18260" y="7913"/>
                </a:lnTo>
                <a:cubicBezTo>
                  <a:pt x="20105" y="7913"/>
                  <a:pt x="21600" y="9215"/>
                  <a:pt x="21600" y="10821"/>
                </a:cubicBezTo>
                <a:lnTo>
                  <a:pt x="21600" y="21600"/>
                </a:lnTo>
              </a:path>
            </a:pathLst>
          </a:custGeom>
          <a:noFill xmlns:a="http://schemas.openxmlformats.org/drawingml/2006/main"/>
          <a:ln xmlns:a="http://schemas.openxmlformats.org/drawingml/2006/main" w="38418">
            <a:gradFill rotWithShape="1">
              <a:gsLst>
                <a:gs pos="0">
                  <a:srgbClr val="228E5F"/>
                </a:gs>
                <a:gs pos="30000">
                  <a:srgbClr val="29966B"/>
                </a:gs>
                <a:gs pos="42000">
                  <a:srgbClr val="2D8FB0"/>
                </a:gs>
                <a:gs pos="100000">
                  <a:srgbClr val="1D81BF"/>
                </a:gs>
              </a:gsLst>
              <a:lin ang="5400000" scaled="0"/>
            </a:gradFill>
            <a:tailEnd type="triangle" w="med" len="med"/>
          </a:ln>
        </p:spPr>
      </p:sp>
      <p:sp>
        <p:nvSpPr>
          <p:cNvPr id="98" name="scene-relation-n207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581210" y="7973074"/>
            <a:ext cx="1027002" cy="1167558"/>
          </a:xfrm>
          <a:custGeom xmlns:a="http://schemas.openxmlformats.org/drawingml/2006/main">
            <a:avLst/>
            <a:gdLst/>
            <a:ahLst/>
            <a:cxnLst/>
            <a:rect l="l" t="t" r="r" b="b"/>
            <a:pathLst>
              <a:path w="21600" h="21600">
                <a:moveTo>
                  <a:pt x="21600" y="0"/>
                </a:moveTo>
                <a:lnTo>
                  <a:pt x="21600" y="5005"/>
                </a:lnTo>
                <a:cubicBezTo>
                  <a:pt x="21600" y="6611"/>
                  <a:pt x="20120" y="7913"/>
                  <a:pt x="18294" y="7913"/>
                </a:cubicBezTo>
                <a:lnTo>
                  <a:pt x="3306" y="7913"/>
                </a:lnTo>
                <a:cubicBezTo>
                  <a:pt x="1480" y="7913"/>
                  <a:pt x="0" y="9215"/>
                  <a:pt x="0" y="10821"/>
                </a:cubicBezTo>
                <a:lnTo>
                  <a:pt x="0" y="21600"/>
                </a:lnTo>
              </a:path>
            </a:pathLst>
          </a:custGeom>
          <a:noFill xmlns:a="http://schemas.openxmlformats.org/drawingml/2006/main"/>
          <a:ln xmlns:a="http://schemas.openxmlformats.org/drawingml/2006/main" w="38418">
            <a:gradFill rotWithShape="1">
              <a:gsLst>
                <a:gs pos="0">
                  <a:srgbClr val="228E5F"/>
                </a:gs>
                <a:gs pos="30000">
                  <a:srgbClr val="29966B"/>
                </a:gs>
                <a:gs pos="42000">
                  <a:srgbClr val="2D8FB0"/>
                </a:gs>
                <a:gs pos="100000">
                  <a:srgbClr val="1D81BF"/>
                </a:gs>
              </a:gsLst>
              <a:lin ang="5400000" scaled="0"/>
            </a:gradFill>
            <a:tailEnd type="triangle" w="med" len="med"/>
          </a:ln>
        </p:spPr>
      </p:sp>
      <p:sp>
        <p:nvSpPr>
          <p:cNvPr id="99" name="scene-relation-n208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608212" y="7973074"/>
            <a:ext cx="1585409" cy="1167558"/>
          </a:xfrm>
          <a:custGeom xmlns:a="http://schemas.openxmlformats.org/drawingml/2006/main"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0" y="5005"/>
                </a:lnTo>
                <a:cubicBezTo>
                  <a:pt x="0" y="6611"/>
                  <a:pt x="959" y="7913"/>
                  <a:pt x="2141" y="7913"/>
                </a:cubicBezTo>
                <a:lnTo>
                  <a:pt x="19459" y="7913"/>
                </a:lnTo>
                <a:cubicBezTo>
                  <a:pt x="20641" y="7913"/>
                  <a:pt x="21600" y="9215"/>
                  <a:pt x="21600" y="10821"/>
                </a:cubicBezTo>
                <a:lnTo>
                  <a:pt x="21600" y="21600"/>
                </a:lnTo>
              </a:path>
            </a:pathLst>
          </a:custGeom>
          <a:noFill xmlns:a="http://schemas.openxmlformats.org/drawingml/2006/main"/>
          <a:ln xmlns:a="http://schemas.openxmlformats.org/drawingml/2006/main" w="38418">
            <a:gradFill rotWithShape="1">
              <a:gsLst>
                <a:gs pos="0">
                  <a:srgbClr val="228E5F"/>
                </a:gs>
                <a:gs pos="30000">
                  <a:srgbClr val="29966B"/>
                </a:gs>
                <a:gs pos="42000">
                  <a:srgbClr val="2D8FB0"/>
                </a:gs>
                <a:gs pos="100000">
                  <a:srgbClr val="1D81BF"/>
                </a:gs>
              </a:gsLst>
              <a:lin ang="5400000" scaled="0"/>
            </a:gradFill>
            <a:tailEnd type="triangle" w="med" len="med"/>
          </a:ln>
        </p:spPr>
      </p:sp>
      <p:pic>
        <p:nvPicPr>
          <p:cNvPr id="100" name="scene-icon-object-n1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IdImage100"/>
          <a:stretch xmlns:a="http://schemas.openxmlformats.org/drawingml/2006/main">
            <a:fillRect/>
          </a:stretch>
        </p:blipFill>
        <p:spPr>
          <a:xfrm xmlns:a="http://schemas.openxmlformats.org/drawingml/2006/main" flipH="0" flipV="0">
            <a:off x="538873" y="13247293"/>
            <a:ext cx="336796" cy="336796"/>
          </a:xfrm>
          <a:prstGeom xmlns:a="http://schemas.openxmlformats.org/drawingml/2006/main" prst="rect"/>
        </p:spPr>
      </p:pic>
      <p:pic>
        <p:nvPicPr>
          <p:cNvPr id="101" name="scene-icon-object-n1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IdImage101"/>
          <a:stretch xmlns:a="http://schemas.openxmlformats.org/drawingml/2006/main">
            <a:fillRect/>
          </a:stretch>
        </p:blipFill>
        <p:spPr>
          <a:xfrm xmlns:a="http://schemas.openxmlformats.org/drawingml/2006/main" flipH="0" flipV="0">
            <a:off x="538873" y="13965790"/>
            <a:ext cx="336796" cy="336796"/>
          </a:xfrm>
          <a:prstGeom xmlns:a="http://schemas.openxmlformats.org/drawingml/2006/main" prst="rect"/>
        </p:spPr>
      </p:pic>
      <p:pic>
        <p:nvPicPr>
          <p:cNvPr id="102" name="scene-icon-object-n12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IdImage102"/>
          <a:stretch xmlns:a="http://schemas.openxmlformats.org/drawingml/2006/main">
            <a:fillRect/>
          </a:stretch>
        </p:blipFill>
        <p:spPr>
          <a:xfrm xmlns:a="http://schemas.openxmlformats.org/drawingml/2006/main" flipH="0" flipV="0">
            <a:off x="4513061" y="13269746"/>
            <a:ext cx="336796" cy="325569"/>
          </a:xfrm>
          <a:prstGeom xmlns:a="http://schemas.openxmlformats.org/drawingml/2006/main" prst="rect"/>
        </p:spPr>
      </p:pic>
      <p:pic>
        <p:nvPicPr>
          <p:cNvPr id="103" name="scene-icon-object-n13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IdImage103"/>
          <a:stretch xmlns:a="http://schemas.openxmlformats.org/drawingml/2006/main">
            <a:fillRect/>
          </a:stretch>
        </p:blipFill>
        <p:spPr>
          <a:xfrm xmlns:a="http://schemas.openxmlformats.org/drawingml/2006/main" flipH="0" flipV="0">
            <a:off x="8341304" y="13269746"/>
            <a:ext cx="348022" cy="325569"/>
          </a:xfrm>
          <a:prstGeom xmlns:a="http://schemas.openxmlformats.org/drawingml/2006/main" prst="rect"/>
        </p:spPr>
      </p:pic>
      <p:pic>
        <p:nvPicPr>
          <p:cNvPr id="104" name="scene-icon-object-n13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IdImage104"/>
          <a:stretch xmlns:a="http://schemas.openxmlformats.org/drawingml/2006/main">
            <a:fillRect/>
          </a:stretch>
        </p:blipFill>
        <p:spPr>
          <a:xfrm xmlns:a="http://schemas.openxmlformats.org/drawingml/2006/main" flipH="0" flipV="0">
            <a:off x="8341304" y="13808619"/>
            <a:ext cx="348022" cy="348022"/>
          </a:xfrm>
          <a:prstGeom xmlns:a="http://schemas.openxmlformats.org/drawingml/2006/main" prst="rect"/>
        </p:spPr>
      </p:pic>
      <p:pic>
        <p:nvPicPr>
          <p:cNvPr id="105" name="scene-icon-object-n12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IdImage105"/>
          <a:stretch xmlns:a="http://schemas.openxmlformats.org/drawingml/2006/main">
            <a:fillRect/>
          </a:stretch>
        </p:blipFill>
        <p:spPr>
          <a:xfrm xmlns:a="http://schemas.openxmlformats.org/drawingml/2006/main" flipH="0" flipV="0">
            <a:off x="538873" y="14706740"/>
            <a:ext cx="348022" cy="348022"/>
          </a:xfrm>
          <a:prstGeom xmlns:a="http://schemas.openxmlformats.org/drawingml/2006/main" prst="rect"/>
        </p:spPr>
      </p:pic>
      <p:pic>
        <p:nvPicPr>
          <p:cNvPr id="106" name="scene-icon-object-n13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IdImage106"/>
          <a:stretch xmlns:a="http://schemas.openxmlformats.org/drawingml/2006/main">
            <a:fillRect/>
          </a:stretch>
        </p:blipFill>
        <p:spPr>
          <a:xfrm xmlns:a="http://schemas.openxmlformats.org/drawingml/2006/main" flipH="0" flipV="0">
            <a:off x="4513061" y="13808619"/>
            <a:ext cx="336796" cy="359249"/>
          </a:xfrm>
          <a:prstGeom xmlns:a="http://schemas.openxmlformats.org/drawingml/2006/main" prst="rect"/>
        </p:spPr>
      </p:pic>
      <p:pic>
        <p:nvPicPr>
          <p:cNvPr id="107" name="scene-icon-object-n13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IdImage107"/>
          <a:stretch xmlns:a="http://schemas.openxmlformats.org/drawingml/2006/main">
            <a:fillRect/>
          </a:stretch>
        </p:blipFill>
        <p:spPr>
          <a:xfrm xmlns:a="http://schemas.openxmlformats.org/drawingml/2006/main" flipH="0" flipV="0">
            <a:off x="4513061" y="14358718"/>
            <a:ext cx="336796" cy="359249"/>
          </a:xfrm>
          <a:prstGeom xmlns:a="http://schemas.openxmlformats.org/drawingml/2006/main" prst="rect"/>
        </p:spPr>
      </p:pic>
      <p:pic>
        <p:nvPicPr>
          <p:cNvPr id="108" name="scene-icon-object-n13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IdImage108"/>
          <a:stretch xmlns:a="http://schemas.openxmlformats.org/drawingml/2006/main">
            <a:fillRect/>
          </a:stretch>
        </p:blipFill>
        <p:spPr>
          <a:xfrm xmlns:a="http://schemas.openxmlformats.org/drawingml/2006/main" flipH="0" flipV="0">
            <a:off x="8341304" y="14358718"/>
            <a:ext cx="336796" cy="359249"/>
          </a:xfrm>
          <a:prstGeom xmlns:a="http://schemas.openxmlformats.org/drawingml/2006/main" prst="rect"/>
        </p:spPr>
      </p:pic>
      <p:pic>
        <p:nvPicPr>
          <p:cNvPr id="109" name="scene-icon-object-n1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IdImage109"/>
          <a:stretch xmlns:a="http://schemas.openxmlformats.org/drawingml/2006/main">
            <a:fillRect/>
          </a:stretch>
        </p:blipFill>
        <p:spPr>
          <a:xfrm xmlns:a="http://schemas.openxmlformats.org/drawingml/2006/main" flipH="0" flipV="0">
            <a:off x="3300597" y="7039028"/>
            <a:ext cx="359249" cy="392928"/>
          </a:xfrm>
          <a:prstGeom xmlns:a="http://schemas.openxmlformats.org/drawingml/2006/main" prst="rect"/>
        </p:spPr>
      </p:pic>
      <p:pic>
        <p:nvPicPr>
          <p:cNvPr id="110" name="scene-icon-object-n1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IdImage110"/>
          <a:stretch xmlns:a="http://schemas.openxmlformats.org/drawingml/2006/main">
            <a:fillRect/>
          </a:stretch>
        </p:blipFill>
        <p:spPr>
          <a:xfrm xmlns:a="http://schemas.openxmlformats.org/drawingml/2006/main" flipH="0" flipV="0">
            <a:off x="7443182" y="7027801"/>
            <a:ext cx="392928" cy="437834"/>
          </a:xfrm>
          <a:prstGeom xmlns:a="http://schemas.openxmlformats.org/drawingml/2006/main" prst="rect"/>
        </p:spPr>
      </p:pic>
      <p:pic>
        <p:nvPicPr>
          <p:cNvPr id="111" name="scene-icon-object-n1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IdImage111"/>
          <a:stretch xmlns:a="http://schemas.openxmlformats.org/drawingml/2006/main">
            <a:fillRect/>
          </a:stretch>
        </p:blipFill>
        <p:spPr>
          <a:xfrm xmlns:a="http://schemas.openxmlformats.org/drawingml/2006/main" flipH="0" flipV="0">
            <a:off x="5366276" y="7050254"/>
            <a:ext cx="449061" cy="381702"/>
          </a:xfrm>
          <a:prstGeom xmlns:a="http://schemas.openxmlformats.org/drawingml/2006/main" prst="rect"/>
        </p:spPr>
      </p:pic>
      <p:pic>
        <p:nvPicPr>
          <p:cNvPr id="112" name="scene-icon-object-n10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IdImage112"/>
          <a:stretch xmlns:a="http://schemas.openxmlformats.org/drawingml/2006/main">
            <a:fillRect/>
          </a:stretch>
        </p:blipFill>
        <p:spPr>
          <a:xfrm xmlns:a="http://schemas.openxmlformats.org/drawingml/2006/main" flipH="0" flipV="0">
            <a:off x="785856" y="1919735"/>
            <a:ext cx="426608" cy="449061"/>
          </a:xfrm>
          <a:prstGeom xmlns:a="http://schemas.openxmlformats.org/drawingml/2006/main" prst="rect"/>
        </p:spPr>
      </p:pic>
      <p:pic>
        <p:nvPicPr>
          <p:cNvPr id="113" name="scene-icon-object-n10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IdImage113"/>
          <a:stretch xmlns:a="http://schemas.openxmlformats.org/drawingml/2006/main">
            <a:fillRect/>
          </a:stretch>
        </p:blipFill>
        <p:spPr>
          <a:xfrm xmlns:a="http://schemas.openxmlformats.org/drawingml/2006/main" flipH="0" flipV="0">
            <a:off x="6533834" y="1919735"/>
            <a:ext cx="437834" cy="460287"/>
          </a:xfrm>
          <a:prstGeom xmlns:a="http://schemas.openxmlformats.org/drawingml/2006/main" prst="rect"/>
        </p:spPr>
      </p:pic>
      <p:pic>
        <p:nvPicPr>
          <p:cNvPr id="114" name="scene-icon-object-n12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IdImage114"/>
          <a:stretch xmlns:a="http://schemas.openxmlformats.org/drawingml/2006/main">
            <a:fillRect/>
          </a:stretch>
        </p:blipFill>
        <p:spPr>
          <a:xfrm xmlns:a="http://schemas.openxmlformats.org/drawingml/2006/main" flipH="0" flipV="0">
            <a:off x="9059801" y="9340464"/>
            <a:ext cx="460287" cy="471514"/>
          </a:xfrm>
          <a:prstGeom xmlns:a="http://schemas.openxmlformats.org/drawingml/2006/main" prst="rect"/>
        </p:spPr>
      </p:pic>
      <p:pic>
        <p:nvPicPr>
          <p:cNvPr id="115" name="scene-icon-object-n1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IdImage115"/>
          <a:stretch xmlns:a="http://schemas.openxmlformats.org/drawingml/2006/main">
            <a:fillRect/>
          </a:stretch>
        </p:blipFill>
        <p:spPr>
          <a:xfrm xmlns:a="http://schemas.openxmlformats.org/drawingml/2006/main" flipH="0" flipV="0">
            <a:off x="6253171" y="9385370"/>
            <a:ext cx="482740" cy="426608"/>
          </a:xfrm>
          <a:prstGeom xmlns:a="http://schemas.openxmlformats.org/drawingml/2006/main" prst="rect"/>
        </p:spPr>
      </p:pic>
      <p:pic>
        <p:nvPicPr>
          <p:cNvPr id="116" name="scene-icon-object-n1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IdImage116"/>
          <a:stretch xmlns:a="http://schemas.openxmlformats.org/drawingml/2006/main">
            <a:fillRect/>
          </a:stretch>
        </p:blipFill>
        <p:spPr>
          <a:xfrm xmlns:a="http://schemas.openxmlformats.org/drawingml/2006/main" flipH="0" flipV="0">
            <a:off x="3704751" y="9329238"/>
            <a:ext cx="449061" cy="527646"/>
          </a:xfrm>
          <a:prstGeom xmlns:a="http://schemas.openxmlformats.org/drawingml/2006/main" prst="rect"/>
        </p:spPr>
      </p:pic>
      <p:pic>
        <p:nvPicPr>
          <p:cNvPr id="117" name="scene-icon-object-n10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IdImage117"/>
          <a:stretch xmlns:a="http://schemas.openxmlformats.org/drawingml/2006/main">
            <a:fillRect/>
          </a:stretch>
        </p:blipFill>
        <p:spPr>
          <a:xfrm xmlns:a="http://schemas.openxmlformats.org/drawingml/2006/main" flipH="0" flipV="0">
            <a:off x="4715138" y="4726365"/>
            <a:ext cx="729724" cy="774630"/>
          </a:xfrm>
          <a:prstGeom xmlns:a="http://schemas.openxmlformats.org/drawingml/2006/main" prst="rect"/>
        </p:spPr>
      </p:pic>
      <p:grpSp>
        <p:nvGrpSpPr>
          <p:cNvPr id="118" name="p0-ocr-001"/>
          <p:cNvGrpSpPr/>
          <p:nvPr/>
        </p:nvGrpSpPr>
        <p:grpSpPr>
          <a:xfrm xmlns:a="http://schemas.openxmlformats.org/drawingml/2006/main">
            <a:off x="572552" y="235757"/>
            <a:ext cx="10968309" cy="1369635"/>
            <a:chOff x="572552" y="235757"/>
            <a:chExt cx="10968309" cy="1369635"/>
          </a:xfrm>
        </p:grpSpPr>
        <p:sp>
          <p:nvSpPr>
            <p:cNvPr id="119" name="p0-ocr-001-position-1"/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98680" y="404494"/>
              <a:ext cx="3714340" cy="1067785"/>
            </a:xfrm>
            <a:prstGeom xmlns:a="http://schemas.openxmlformats.org/drawingml/2006/main" prst="rect"/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fromWordArt="1" anchor="ctr">
              <a:prstTxWarp prst="textPlain">
                <a:avLst/>
              </a:prstTxWarp>
            </a:bodyPr>
            <a:lstStyle xmlns:a="http://schemas.openxmlformats.org/drawingml/2006/main"/>
            <a:p xmlns:a="http://schemas.openxmlformats.org/drawingml/2006/main">
              <a:pPr algn="l"/>
              <a:r>
                <a:rPr lang="" sz="6000" b="1">
                  <a:ln w="34798" cap="rnd">
                    <a:solidFill>
                      <a:srgbClr val="141515"/>
                    </a:solidFill>
                    <a:prstDash val="solid"/>
                    <a:round/>
                  </a:ln>
                  <a:solidFill>
                    <a:srgbClr val="141515"/>
                  </a:solidFill>
                  <a:latin typeface="Microsoft YaHei"/>
                  <a:ea typeface="Microsoft YaHei"/>
                  <a:cs typeface="Microsoft YaHei"/>
                </a:rPr>
                <a:t>Claude</a:t>
              </a:r>
            </a:p>
          </p:txBody>
        </p:sp>
        <p:sp>
          <p:nvSpPr>
            <p:cNvPr id="120" name="p0-ocr-001-position-2"/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750472" y="449589"/>
              <a:ext cx="2516660" cy="1011038"/>
            </a:xfrm>
            <a:prstGeom xmlns:a="http://schemas.openxmlformats.org/drawingml/2006/main" prst="rect"/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fromWordArt="1" anchor="ctr">
              <a:prstTxWarp prst="textPlain">
                <a:avLst/>
              </a:prstTxWarp>
            </a:bodyPr>
            <a:lstStyle xmlns:a="http://schemas.openxmlformats.org/drawingml/2006/main"/>
            <a:p xmlns:a="http://schemas.openxmlformats.org/drawingml/2006/main">
              <a:pPr algn="l"/>
              <a:r>
                <a:rPr lang="" sz="6000" b="1">
                  <a:ln w="34798" cap="rnd">
                    <a:solidFill>
                      <a:srgbClr val="141515"/>
                    </a:solidFill>
                    <a:prstDash val="solid"/>
                    <a:round/>
                  </a:ln>
                  <a:solidFill>
                    <a:srgbClr val="141515"/>
                  </a:solidFill>
                  <a:latin typeface="Microsoft YaHei"/>
                  <a:ea typeface="Microsoft YaHei"/>
                  <a:cs typeface="Microsoft YaHei"/>
                </a:rPr>
                <a:t>Code</a:t>
              </a:r>
            </a:p>
          </p:txBody>
        </p:sp>
        <p:sp>
          <p:nvSpPr>
            <p:cNvPr id="121" name="p0-ocr-001-position-3"/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465979" y="382486"/>
              <a:ext cx="3950224" cy="1126654"/>
            </a:xfrm>
            <a:prstGeom xmlns:a="http://schemas.openxmlformats.org/drawingml/2006/main" prst="rect"/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fromWordArt="1" anchor="ctr">
              <a:prstTxWarp prst="textPlain">
                <a:avLst/>
              </a:prstTxWarp>
            </a:bodyPr>
            <a:lstStyle xmlns:a="http://schemas.openxmlformats.org/drawingml/2006/main"/>
            <a:p xmlns:a="http://schemas.openxmlformats.org/drawingml/2006/main">
              <a:pPr algn="l"/>
              <a:r>
                <a:rPr lang="zh-CN" sz="6000" b="1">
                  <a:ln w="34798" cap="rnd">
                    <a:solidFill>
                      <a:srgbClr val="141515"/>
                    </a:solidFill>
                    <a:prstDash val="solid"/>
                    <a:round/>
                  </a:ln>
                  <a:solidFill>
                    <a:srgbClr val="141515"/>
                  </a:solidFill>
                  <a:latin typeface="Microsoft YaHei"/>
                  <a:ea typeface="Microsoft YaHei"/>
                  <a:cs typeface="Microsoft YaHei"/>
                </a:rPr>
                <a:t>本周更新</a:t>
              </a:r>
            </a:p>
          </p:txBody>
        </p:sp>
      </p:grpSp>
      <p:grpSp>
        <p:nvGrpSpPr>
          <p:cNvPr id="122" name="p0-ocr-002"/>
          <p:cNvGrpSpPr/>
          <p:nvPr/>
        </p:nvGrpSpPr>
        <p:grpSpPr>
          <a:xfrm xmlns:a="http://schemas.openxmlformats.org/drawingml/2006/main">
            <a:off x="1403315" y="1942188"/>
            <a:ext cx="662365" cy="381702"/>
            <a:chOff x="1403315" y="1942188"/>
            <a:chExt cx="662365" cy="381702"/>
          </a:xfrm>
        </p:grpSpPr>
        <p:sp>
          <p:nvSpPr>
            <p:cNvPr id="123" name="p0-ocr-002-position-1"/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484696" y="2018935"/>
              <a:ext cx="518120" cy="267480"/>
            </a:xfrm>
            <a:prstGeom xmlns:a="http://schemas.openxmlformats.org/drawingml/2006/main" prst="rect"/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fromWordArt="1" anchor="ctr">
              <a:prstTxWarp prst="textPlain">
                <a:avLst/>
              </a:prstTxWarp>
            </a:bodyPr>
            <a:lstStyle xmlns:a="http://schemas.openxmlformats.org/drawingml/2006/main"/>
            <a:p xmlns:a="http://schemas.openxmlformats.org/drawingml/2006/main">
              <a:pPr algn="l"/>
              <a:r>
                <a:rPr lang="zh-CN" sz="2164" b="1">
                  <a:solidFill>
                    <a:srgbClr val="24262B"/>
                  </a:solidFill>
                  <a:latin typeface="Microsoft YaHei"/>
                  <a:ea typeface="Microsoft YaHei"/>
                  <a:cs typeface="Microsoft YaHei"/>
                </a:rPr>
                <a:t>版本</a:t>
              </a:r>
            </a:p>
          </p:txBody>
        </p:sp>
      </p:grpSp>
      <p:grpSp>
        <p:nvGrpSpPr>
          <p:cNvPr id="124" name="p0-ocr-003"/>
          <p:cNvGrpSpPr/>
          <p:nvPr/>
        </p:nvGrpSpPr>
        <p:grpSpPr>
          <a:xfrm xmlns:a="http://schemas.openxmlformats.org/drawingml/2006/main">
            <a:off x="2481061" y="1964641"/>
            <a:ext cx="2627006" cy="336796"/>
            <a:chOff x="2481061" y="1964641"/>
            <a:chExt cx="2627006" cy="336796"/>
          </a:xfrm>
        </p:grpSpPr>
        <p:sp>
          <p:nvSpPr>
            <p:cNvPr id="125" name="p0-ocr-003-position-1"/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513670" y="2021578"/>
              <a:ext cx="2579770" cy="263150"/>
            </a:xfrm>
            <a:prstGeom xmlns:a="http://schemas.openxmlformats.org/drawingml/2006/main" prst="rect"/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fromWordArt="1" anchor="ctr">
              <a:prstTxWarp prst="textPlain">
                <a:avLst/>
              </a:prstTxWarp>
            </a:bodyPr>
            <a:lstStyle xmlns:a="http://schemas.openxmlformats.org/drawingml/2006/main"/>
            <a:p xmlns:a="http://schemas.openxmlformats.org/drawingml/2006/main">
              <a:pPr algn="l"/>
              <a:r>
                <a:rPr lang="" sz="1909" b="1">
                  <a:solidFill>
                    <a:srgbClr val="AC3D23"/>
                  </a:solidFill>
                  <a:latin typeface="Microsoft YaHei"/>
                  <a:ea typeface="Microsoft YaHei"/>
                  <a:cs typeface="Microsoft YaHei"/>
                </a:rPr>
                <a:t>v2.1.299-v2.1.303</a:t>
              </a:r>
            </a:p>
          </p:txBody>
        </p:sp>
      </p:grpSp>
      <p:grpSp>
        <p:nvGrpSpPr>
          <p:cNvPr id="126" name="p0-ocr-004"/>
          <p:cNvGrpSpPr/>
          <p:nvPr/>
        </p:nvGrpSpPr>
        <p:grpSpPr>
          <a:xfrm xmlns:a="http://schemas.openxmlformats.org/drawingml/2006/main">
            <a:off x="7117613" y="1964641"/>
            <a:ext cx="606232" cy="348022"/>
            <a:chOff x="7117613" y="1964641"/>
            <a:chExt cx="606232" cy="348022"/>
          </a:xfrm>
        </p:grpSpPr>
        <p:sp>
          <p:nvSpPr>
            <p:cNvPr id="127" name="p0-ocr-004-position-1"/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195607" y="2023284"/>
              <a:ext cx="473744" cy="262505"/>
            </a:xfrm>
            <a:prstGeom xmlns:a="http://schemas.openxmlformats.org/drawingml/2006/main" prst="rect"/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fromWordArt="1" anchor="ctr">
              <a:prstTxWarp prst="textPlain">
                <a:avLst/>
              </a:prstTxWarp>
            </a:bodyPr>
            <a:lstStyle xmlns:a="http://schemas.openxmlformats.org/drawingml/2006/main"/>
            <a:p xmlns:a="http://schemas.openxmlformats.org/drawingml/2006/main">
              <a:pPr algn="l"/>
              <a:r>
                <a:rPr lang="zh-CN" sz="1973" b="1">
                  <a:solidFill>
                    <a:srgbClr val="282528"/>
                  </a:solidFill>
                  <a:latin typeface="Microsoft YaHei"/>
                  <a:ea typeface="Microsoft YaHei"/>
                  <a:cs typeface="Microsoft YaHei"/>
                </a:rPr>
                <a:t>日期</a:t>
              </a:r>
            </a:p>
          </p:txBody>
        </p:sp>
      </p:grpSp>
      <p:grpSp>
        <p:nvGrpSpPr>
          <p:cNvPr id="128" name="p0-ocr-005"/>
          <p:cNvGrpSpPr/>
          <p:nvPr/>
        </p:nvGrpSpPr>
        <p:grpSpPr>
          <a:xfrm xmlns:a="http://schemas.openxmlformats.org/drawingml/2006/main">
            <a:off x="8128000" y="1998320"/>
            <a:ext cx="3098519" cy="269436"/>
            <a:chOff x="8128000" y="1998320"/>
            <a:chExt cx="3098519" cy="269436"/>
          </a:xfrm>
        </p:grpSpPr>
        <p:sp>
          <p:nvSpPr>
            <p:cNvPr id="129" name="p0-ocr-005-position-1"/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157099" y="2042307"/>
              <a:ext cx="1339896" cy="211031"/>
            </a:xfrm>
            <a:prstGeom xmlns:a="http://schemas.openxmlformats.org/drawingml/2006/main" prst="rect"/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fromWordArt="1" anchor="ctr">
              <a:prstTxWarp prst="textPlain">
                <a:avLst/>
              </a:prstTxWarp>
            </a:bodyPr>
            <a:lstStyle xmlns:a="http://schemas.openxmlformats.org/drawingml/2006/main"/>
            <a:p xmlns:a="http://schemas.openxmlformats.org/drawingml/2006/main">
              <a:pPr algn="l"/>
              <a:r>
                <a:rPr lang="" sz="1528" b="1">
                  <a:solidFill>
                    <a:srgbClr val="131920"/>
                  </a:solidFill>
                  <a:latin typeface="Microsoft YaHei"/>
                  <a:ea typeface="Microsoft YaHei"/>
                  <a:cs typeface="Microsoft YaHei"/>
                </a:rPr>
                <a:t>2026-10-12</a:t>
              </a:r>
            </a:p>
          </p:txBody>
        </p:sp>
        <p:sp>
          <p:nvSpPr>
            <p:cNvPr id="130" name="p0-ocr-005-position-2"/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656803" y="2032119"/>
              <a:ext cx="196866" cy="224921"/>
            </a:xfrm>
            <a:prstGeom xmlns:a="http://schemas.openxmlformats.org/drawingml/2006/main" prst="rect"/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fromWordArt="1" anchor="ctr">
              <a:prstTxWarp prst="textPlain">
                <a:avLst/>
              </a:prstTxWarp>
            </a:bodyPr>
            <a:lstStyle xmlns:a="http://schemas.openxmlformats.org/drawingml/2006/main"/>
            <a:p xmlns:a="http://schemas.openxmlformats.org/drawingml/2006/main">
              <a:pPr algn="l"/>
              <a:r>
                <a:rPr lang="zh-CN" sz="1528" b="1">
                  <a:solidFill>
                    <a:srgbClr val="131920"/>
                  </a:solidFill>
                  <a:latin typeface="Microsoft YaHei"/>
                  <a:ea typeface="Microsoft YaHei"/>
                  <a:cs typeface="Microsoft YaHei"/>
                </a:rPr>
                <a:t>到</a:t>
              </a:r>
            </a:p>
          </p:txBody>
        </p:sp>
        <p:sp>
          <p:nvSpPr>
            <p:cNvPr id="131" name="p0-ocr-005-position-3"/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983587" y="2045661"/>
              <a:ext cx="1223498" cy="207003"/>
            </a:xfrm>
            <a:prstGeom xmlns:a="http://schemas.openxmlformats.org/drawingml/2006/main" prst="rect"/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fromWordArt="1" anchor="ctr">
              <a:prstTxWarp prst="textPlain">
                <a:avLst/>
              </a:prstTxWarp>
            </a:bodyPr>
            <a:lstStyle xmlns:a="http://schemas.openxmlformats.org/drawingml/2006/main"/>
            <a:p xmlns:a="http://schemas.openxmlformats.org/drawingml/2006/main">
              <a:pPr algn="l"/>
              <a:r>
                <a:rPr lang="" sz="1528" b="1">
                  <a:solidFill>
                    <a:srgbClr val="131920"/>
                  </a:solidFill>
                  <a:latin typeface="Microsoft YaHei"/>
                  <a:ea typeface="Microsoft YaHei"/>
                  <a:cs typeface="Microsoft YaHei"/>
                </a:rPr>
                <a:t>2026-10-19</a:t>
              </a:r>
            </a:p>
          </p:txBody>
        </p:sp>
      </p:grpSp>
      <p:grpSp>
        <p:nvGrpSpPr>
          <p:cNvPr id="132" name="p0-ocr-006"/>
          <p:cNvGrpSpPr/>
          <p:nvPr/>
        </p:nvGrpSpPr>
        <p:grpSpPr>
          <a:xfrm xmlns:a="http://schemas.openxmlformats.org/drawingml/2006/main">
            <a:off x="853215" y="3109746"/>
            <a:ext cx="1145105" cy="493967"/>
            <a:chOff x="853215" y="3109746"/>
            <a:chExt cx="1145105" cy="493967"/>
          </a:xfrm>
        </p:grpSpPr>
        <p:sp>
          <p:nvSpPr>
            <p:cNvPr id="133" name="p0-ocr-006-position-1"/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34023" y="3192798"/>
              <a:ext cx="1020592" cy="346442"/>
            </a:xfrm>
            <a:prstGeom xmlns:a="http://schemas.openxmlformats.org/drawingml/2006/main" prst="rect"/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fromWordArt="1" anchor="ctr">
              <a:prstTxWarp prst="textPlain">
                <a:avLst/>
              </a:prstTxWarp>
            </a:bodyPr>
            <a:lstStyle xmlns:a="http://schemas.openxmlformats.org/drawingml/2006/main"/>
            <a:p xmlns:a="http://schemas.openxmlformats.org/drawingml/2006/main">
              <a:pPr algn="l"/>
              <a:r>
                <a:rPr lang="zh-CN" sz="2800" b="1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主判断</a:t>
              </a:r>
            </a:p>
          </p:txBody>
        </p:sp>
      </p:grpSp>
      <p:grpSp>
        <p:nvGrpSpPr>
          <p:cNvPr id="134" name="p0-ocr-007-seg-1"/>
          <p:cNvGrpSpPr/>
          <p:nvPr/>
        </p:nvGrpSpPr>
        <p:grpSpPr>
          <a:xfrm xmlns:a="http://schemas.openxmlformats.org/drawingml/2006/main">
            <a:off x="2424928" y="2975028"/>
            <a:ext cx="4827403" cy="752177"/>
            <a:chOff x="2424928" y="2975028"/>
            <a:chExt cx="4827403" cy="752177"/>
          </a:xfrm>
        </p:grpSpPr>
        <p:sp>
          <p:nvSpPr>
            <p:cNvPr id="135" name="p0-ocr-007-seg-1-position-1"/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431861" y="3069415"/>
              <a:ext cx="468056" cy="562937"/>
            </a:xfrm>
            <a:prstGeom xmlns:a="http://schemas.openxmlformats.org/drawingml/2006/main" prst="rect"/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fromWordArt="1" anchor="ctr">
              <a:prstTxWarp prst="textPlain">
                <a:avLst/>
              </a:prstTxWarp>
            </a:bodyPr>
            <a:lstStyle xmlns:a="http://schemas.openxmlformats.org/drawingml/2006/main"/>
            <a:p xmlns:a="http://schemas.openxmlformats.org/drawingml/2006/main">
              <a:pPr algn="l"/>
              <a:r>
                <a:rPr lang="zh-CN" sz="3718" b="1">
                  <a:ln w="18161" cap="rnd">
                    <a:solidFill>
                      <a:srgbClr val="000001"/>
                    </a:solidFill>
                    <a:prstDash val="solid"/>
                    <a:round/>
                  </a:ln>
                  <a:solidFill>
                    <a:srgbClr val="000001"/>
                  </a:solidFill>
                  <a:latin typeface="Microsoft YaHei"/>
                  <a:ea typeface="Microsoft YaHei"/>
                  <a:cs typeface="Microsoft YaHei"/>
                </a:rPr>
                <a:t>多</a:t>
              </a:r>
            </a:p>
          </p:txBody>
        </p:sp>
        <p:sp>
          <p:nvSpPr>
            <p:cNvPr id="136" name="p0-ocr-007-seg-1-position-2"/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064653" y="3119351"/>
              <a:ext cx="1687046" cy="598261"/>
            </a:xfrm>
            <a:prstGeom xmlns:a="http://schemas.openxmlformats.org/drawingml/2006/main" prst="rect"/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fromWordArt="1" anchor="ctr">
              <a:prstTxWarp prst="textPlain">
                <a:avLst/>
              </a:prstTxWarp>
            </a:bodyPr>
            <a:lstStyle xmlns:a="http://schemas.openxmlformats.org/drawingml/2006/main"/>
            <a:p xmlns:a="http://schemas.openxmlformats.org/drawingml/2006/main">
              <a:pPr algn="l"/>
              <a:r>
                <a:rPr lang="" sz="3718" b="1">
                  <a:ln w="18161" cap="rnd">
                    <a:solidFill>
                      <a:srgbClr val="000001"/>
                    </a:solidFill>
                    <a:prstDash val="solid"/>
                    <a:round/>
                  </a:ln>
                  <a:solidFill>
                    <a:srgbClr val="000001"/>
                  </a:solidFill>
                  <a:latin typeface="Microsoft YaHei"/>
                  <a:ea typeface="Microsoft YaHei"/>
                  <a:cs typeface="Microsoft YaHei"/>
                </a:rPr>
                <a:t>Agent</a:t>
              </a:r>
            </a:p>
          </p:txBody>
        </p:sp>
        <p:sp>
          <p:nvSpPr>
            <p:cNvPr id="137" name="p0-ocr-007-seg-1-position-3"/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969718" y="3071294"/>
              <a:ext cx="2275800" cy="617189"/>
            </a:xfrm>
            <a:prstGeom xmlns:a="http://schemas.openxmlformats.org/drawingml/2006/main" prst="rect"/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fromWordArt="1" anchor="ctr">
              <a:prstTxWarp prst="textPlain">
                <a:avLst/>
              </a:prstTxWarp>
            </a:bodyPr>
            <a:lstStyle xmlns:a="http://schemas.openxmlformats.org/drawingml/2006/main"/>
            <a:p xmlns:a="http://schemas.openxmlformats.org/drawingml/2006/main">
              <a:pPr algn="l"/>
              <a:r>
                <a:rPr lang="zh-CN" sz="3718" b="1">
                  <a:ln w="18161" cap="rnd">
                    <a:solidFill>
                      <a:srgbClr val="000001"/>
                    </a:solidFill>
                    <a:prstDash val="solid"/>
                    <a:round/>
                  </a:ln>
                  <a:solidFill>
                    <a:srgbClr val="000001"/>
                  </a:solidFill>
                  <a:latin typeface="Microsoft YaHei"/>
                  <a:ea typeface="Microsoft YaHei"/>
                  <a:cs typeface="Microsoft YaHei"/>
                </a:rPr>
                <a:t>默认化后，</a:t>
              </a:r>
            </a:p>
          </p:txBody>
        </p:sp>
      </p:grpSp>
      <p:grpSp>
        <p:nvGrpSpPr>
          <p:cNvPr id="138" name="p0-ocr-007-seg-2"/>
          <p:cNvGrpSpPr/>
          <p:nvPr/>
        </p:nvGrpSpPr>
        <p:grpSpPr>
          <a:xfrm xmlns:a="http://schemas.openxmlformats.org/drawingml/2006/main">
            <a:off x="7544221" y="2975028"/>
            <a:ext cx="3682298" cy="752177"/>
            <a:chOff x="7544221" y="2975028"/>
            <a:chExt cx="3682298" cy="752177"/>
          </a:xfrm>
        </p:grpSpPr>
        <p:sp>
          <p:nvSpPr>
            <p:cNvPr id="139" name="p0-ocr-007-seg-2-position-1"/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548922" y="3071255"/>
              <a:ext cx="3670411" cy="557506"/>
            </a:xfrm>
            <a:prstGeom xmlns:a="http://schemas.openxmlformats.org/drawingml/2006/main" prst="rect"/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fromWordArt="1" anchor="ctr">
              <a:prstTxWarp prst="textPlain">
                <a:avLst/>
              </a:prstTxWarp>
            </a:bodyPr>
            <a:lstStyle xmlns:a="http://schemas.openxmlformats.org/drawingml/2006/main"/>
            <a:p xmlns:a="http://schemas.openxmlformats.org/drawingml/2006/main">
              <a:pPr algn="l"/>
              <a:r>
                <a:rPr lang="zh-CN" sz="3718" b="1">
                  <a:ln w="24384" cap="rnd">
                    <a:solidFill>
                      <a:srgbClr val="B42B03"/>
                    </a:solidFill>
                    <a:prstDash val="solid"/>
                    <a:round/>
                  </a:ln>
                  <a:solidFill>
                    <a:srgbClr val="B42B03"/>
                  </a:solidFill>
                  <a:latin typeface="Microsoft YaHei"/>
                  <a:ea typeface="Microsoft YaHei"/>
                  <a:cs typeface="Microsoft YaHei"/>
                </a:rPr>
                <a:t>控制面开始补齐</a:t>
              </a:r>
            </a:p>
          </p:txBody>
        </p:sp>
      </p:grpSp>
      <p:grpSp>
        <p:nvGrpSpPr>
          <p:cNvPr id="140" name="p0-ocr-008"/>
          <p:cNvGrpSpPr/>
          <p:nvPr/>
        </p:nvGrpSpPr>
        <p:grpSpPr>
          <a:xfrm xmlns:a="http://schemas.openxmlformats.org/drawingml/2006/main">
            <a:off x="1055293" y="4614099"/>
            <a:ext cx="1021613" cy="415381"/>
            <a:chOff x="1055293" y="4614099"/>
            <a:chExt cx="1021613" cy="415381"/>
          </a:xfrm>
        </p:grpSpPr>
        <p:sp>
          <p:nvSpPr>
            <p:cNvPr id="141" name="p0-ocr-008-position-1"/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24005" y="4680087"/>
              <a:ext cx="913105" cy="311678"/>
            </a:xfrm>
            <a:prstGeom xmlns:a="http://schemas.openxmlformats.org/drawingml/2006/main" prst="rect"/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fromWordArt="1" anchor="ctr">
              <a:prstTxWarp prst="textPlain">
                <a:avLst/>
              </a:prstTxWarp>
            </a:bodyPr>
            <a:lstStyle xmlns:a="http://schemas.openxmlformats.org/drawingml/2006/main"/>
            <a:p xmlns:a="http://schemas.openxmlformats.org/drawingml/2006/main">
              <a:pPr algn="l"/>
              <a:r>
                <a:rPr lang="zh-CN" sz="2355" b="1">
                  <a:solidFill>
                    <a:srgbClr val="191513"/>
                  </a:solidFill>
                  <a:latin typeface="Microsoft YaHei"/>
                  <a:ea typeface="Microsoft YaHei"/>
                  <a:cs typeface="Microsoft YaHei"/>
                </a:rPr>
                <a:t>执行层</a:t>
              </a:r>
            </a:p>
          </p:txBody>
        </p:sp>
      </p:grpSp>
      <p:grpSp>
        <p:nvGrpSpPr>
          <p:cNvPr id="142" name="p0-ocr-009"/>
          <p:cNvGrpSpPr/>
          <p:nvPr/>
        </p:nvGrpSpPr>
        <p:grpSpPr>
          <a:xfrm xmlns:a="http://schemas.openxmlformats.org/drawingml/2006/main">
            <a:off x="5792884" y="4692685"/>
            <a:ext cx="943028" cy="415381"/>
            <a:chOff x="5792884" y="4692685"/>
            <a:chExt cx="943028" cy="415381"/>
          </a:xfrm>
        </p:grpSpPr>
        <p:sp>
          <p:nvSpPr>
            <p:cNvPr id="143" name="p0-ocr-009-position-1"/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870085" y="4779723"/>
              <a:ext cx="813304" cy="280973"/>
            </a:xfrm>
            <a:prstGeom xmlns:a="http://schemas.openxmlformats.org/drawingml/2006/main" prst="rect"/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fromWordArt="1" anchor="ctr">
              <a:prstTxWarp prst="textPlain">
                <a:avLst/>
              </a:prstTxWarp>
            </a:bodyPr>
            <a:lstStyle xmlns:a="http://schemas.openxmlformats.org/drawingml/2006/main"/>
            <a:p xmlns:a="http://schemas.openxmlformats.org/drawingml/2006/main">
              <a:pPr algn="l"/>
              <a:r>
                <a:rPr lang="zh-CN" sz="2355" b="1">
                  <a:solidFill>
                    <a:srgbClr val="1A1817"/>
                  </a:solidFill>
                  <a:latin typeface="Microsoft YaHei"/>
                  <a:ea typeface="Microsoft YaHei"/>
                  <a:cs typeface="Microsoft YaHei"/>
                </a:rPr>
                <a:t>主会话</a:t>
              </a:r>
            </a:p>
          </p:txBody>
        </p:sp>
      </p:grpSp>
      <p:grpSp>
        <p:nvGrpSpPr>
          <p:cNvPr id="144" name="p0-ocr-010"/>
          <p:cNvGrpSpPr/>
          <p:nvPr/>
        </p:nvGrpSpPr>
        <p:grpSpPr>
          <a:xfrm xmlns:a="http://schemas.openxmlformats.org/drawingml/2006/main">
            <a:off x="9261878" y="4636552"/>
            <a:ext cx="1661525" cy="269436"/>
            <a:chOff x="9261878" y="4636552"/>
            <a:chExt cx="1661525" cy="269436"/>
          </a:xfrm>
        </p:grpSpPr>
        <p:sp>
          <p:nvSpPr>
            <p:cNvPr id="145" name="p0-ocr-010-position-1"/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470522" y="4690808"/>
              <a:ext cx="1427609" cy="205211"/>
            </a:xfrm>
            <a:prstGeom xmlns:a="http://schemas.openxmlformats.org/drawingml/2006/main" prst="rect"/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fromWordArt="1" anchor="ctr">
              <a:prstTxWarp prst="textPlain">
                <a:avLst/>
              </a:prstTxWarp>
            </a:bodyPr>
            <a:lstStyle xmlns:a="http://schemas.openxmlformats.org/drawingml/2006/main"/>
            <a:p xmlns:a="http://schemas.openxmlformats.org/drawingml/2006/main">
              <a:pPr algn="l"/>
              <a:r>
                <a:rPr lang="zh-CN" sz="1869" b="0">
                  <a:solidFill>
                    <a:srgbClr val="453731"/>
                  </a:solidFill>
                  <a:latin typeface="Microsoft YaHei"/>
                  <a:ea typeface="Microsoft YaHei"/>
                  <a:cs typeface="Microsoft YaHei"/>
                </a:rPr>
                <a:t>任务拆解与规划</a:t>
              </a:r>
            </a:p>
          </p:txBody>
        </p:sp>
      </p:grpSp>
      <p:grpSp>
        <p:nvGrpSpPr>
          <p:cNvPr id="146" name="p0-ocr-011"/>
          <p:cNvGrpSpPr/>
          <p:nvPr/>
        </p:nvGrpSpPr>
        <p:grpSpPr>
          <a:xfrm xmlns:a="http://schemas.openxmlformats.org/drawingml/2006/main">
            <a:off x="9284331" y="4984575"/>
            <a:ext cx="2166718" cy="291890"/>
            <a:chOff x="9284331" y="4984575"/>
            <a:chExt cx="2166718" cy="291890"/>
          </a:xfrm>
        </p:grpSpPr>
        <p:sp>
          <p:nvSpPr>
            <p:cNvPr id="147" name="p0-ocr-011-position-1"/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469822" y="5029481"/>
              <a:ext cx="1015747" cy="212655"/>
            </a:xfrm>
            <a:prstGeom xmlns:a="http://schemas.openxmlformats.org/drawingml/2006/main" prst="rect"/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fromWordArt="1" anchor="ctr">
              <a:prstTxWarp prst="textPlain">
                <a:avLst/>
              </a:prstTxWarp>
            </a:bodyPr>
            <a:lstStyle xmlns:a="http://schemas.openxmlformats.org/drawingml/2006/main"/>
            <a:p xmlns:a="http://schemas.openxmlformats.org/drawingml/2006/main">
              <a:pPr algn="l"/>
              <a:r>
                <a:rPr lang="zh-CN" sz="1491" b="0">
                  <a:solidFill>
                    <a:srgbClr val="847973"/>
                  </a:solidFill>
                  <a:latin typeface="Microsoft YaHei"/>
                  <a:ea typeface="Microsoft YaHei"/>
                  <a:cs typeface="Microsoft YaHei"/>
                </a:rPr>
                <a:t>分发到多个</a:t>
              </a:r>
            </a:p>
          </p:txBody>
        </p:sp>
        <p:sp>
          <p:nvSpPr>
            <p:cNvPr id="148" name="p0-ocr-011-position-2"/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575381" y="5040707"/>
              <a:ext cx="859388" cy="233848"/>
            </a:xfrm>
            <a:prstGeom xmlns:a="http://schemas.openxmlformats.org/drawingml/2006/main" prst="rect"/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fromWordArt="1" anchor="ctr">
              <a:prstTxWarp prst="textPlain">
                <a:avLst/>
              </a:prstTxWarp>
            </a:bodyPr>
            <a:lstStyle xmlns:a="http://schemas.openxmlformats.org/drawingml/2006/main"/>
            <a:p xmlns:a="http://schemas.openxmlformats.org/drawingml/2006/main">
              <a:pPr algn="l"/>
              <a:r>
                <a:rPr lang="" sz="1491" b="0">
                  <a:solidFill>
                    <a:srgbClr val="847973"/>
                  </a:solidFill>
                  <a:latin typeface="Microsoft YaHei"/>
                  <a:ea typeface="Microsoft YaHei"/>
                  <a:cs typeface="Microsoft YaHei"/>
                </a:rPr>
                <a:t>subagent</a:t>
              </a:r>
            </a:p>
          </p:txBody>
        </p:sp>
      </p:grpSp>
      <p:grpSp>
        <p:nvGrpSpPr>
          <p:cNvPr id="149" name="p0-ocr-012"/>
          <p:cNvGrpSpPr/>
          <p:nvPr/>
        </p:nvGrpSpPr>
        <p:grpSpPr>
          <a:xfrm xmlns:a="http://schemas.openxmlformats.org/drawingml/2006/main">
            <a:off x="1100199" y="5152972"/>
            <a:ext cx="875669" cy="258210"/>
            <a:chOff x="1100199" y="5152972"/>
            <a:chExt cx="875669" cy="258210"/>
          </a:xfrm>
        </p:grpSpPr>
        <p:sp>
          <p:nvSpPr>
            <p:cNvPr id="150" name="p0-ocr-012-position-1"/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38063" y="5186809"/>
              <a:ext cx="170595" cy="188944"/>
            </a:xfrm>
            <a:prstGeom xmlns:a="http://schemas.openxmlformats.org/drawingml/2006/main" prst="rect"/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fromWordArt="1" anchor="ctr">
              <a:prstTxWarp prst="textPlain">
                <a:avLst/>
              </a:prstTxWarp>
            </a:bodyPr>
            <a:lstStyle xmlns:a="http://schemas.openxmlformats.org/drawingml/2006/main"/>
            <a:p xmlns:a="http://schemas.openxmlformats.org/drawingml/2006/main">
              <a:pPr algn="l"/>
              <a:r>
                <a:rPr lang="zh-CN" sz="1464" b="0">
                  <a:solidFill>
                    <a:srgbClr val="8A8381"/>
                  </a:solidFill>
                  <a:latin typeface="Microsoft YaHei"/>
                  <a:ea typeface="Microsoft YaHei"/>
                  <a:cs typeface="Microsoft YaHei"/>
                </a:rPr>
                <a:t>多</a:t>
              </a:r>
            </a:p>
          </p:txBody>
        </p:sp>
        <p:sp>
          <p:nvSpPr>
            <p:cNvPr id="151" name="p0-ocr-012-position-2"/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392729" y="5203991"/>
              <a:ext cx="533089" cy="205354"/>
            </a:xfrm>
            <a:prstGeom xmlns:a="http://schemas.openxmlformats.org/drawingml/2006/main" prst="rect"/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fromWordArt="1" anchor="ctr">
              <a:prstTxWarp prst="textPlain">
                <a:avLst/>
              </a:prstTxWarp>
            </a:bodyPr>
            <a:lstStyle xmlns:a="http://schemas.openxmlformats.org/drawingml/2006/main"/>
            <a:p xmlns:a="http://schemas.openxmlformats.org/drawingml/2006/main">
              <a:pPr algn="l"/>
              <a:r>
                <a:rPr lang="" sz="1464" b="0">
                  <a:solidFill>
                    <a:srgbClr val="8A8381"/>
                  </a:solidFill>
                  <a:latin typeface="Microsoft YaHei"/>
                  <a:ea typeface="Microsoft YaHei"/>
                  <a:cs typeface="Microsoft YaHei"/>
                </a:rPr>
                <a:t>Agent</a:t>
              </a:r>
            </a:p>
          </p:txBody>
        </p:sp>
      </p:grpSp>
      <p:grpSp>
        <p:nvGrpSpPr>
          <p:cNvPr id="152" name="p0-ocr-013"/>
          <p:cNvGrpSpPr/>
          <p:nvPr/>
        </p:nvGrpSpPr>
        <p:grpSpPr>
          <a:xfrm xmlns:a="http://schemas.openxmlformats.org/drawingml/2006/main">
            <a:off x="5826564" y="5152972"/>
            <a:ext cx="1627845" cy="303116"/>
            <a:chOff x="5826564" y="5152972"/>
            <a:chExt cx="1627845" cy="303116"/>
          </a:xfrm>
        </p:grpSpPr>
        <p:sp>
          <p:nvSpPr>
            <p:cNvPr id="153" name="p0-ocr-013-position-1"/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869569" y="5196141"/>
              <a:ext cx="859492" cy="230856"/>
            </a:xfrm>
            <a:prstGeom xmlns:a="http://schemas.openxmlformats.org/drawingml/2006/main" prst="rect"/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fromWordArt="1" anchor="ctr">
              <a:prstTxWarp prst="textPlain">
                <a:avLst/>
              </a:prstTxWarp>
            </a:bodyPr>
            <a:lstStyle xmlns:a="http://schemas.openxmlformats.org/drawingml/2006/main"/>
            <a:p xmlns:a="http://schemas.openxmlformats.org/drawingml/2006/main">
              <a:pPr algn="l"/>
              <a:r>
                <a:rPr lang="" sz="1718" b="1">
                  <a:solidFill>
                    <a:srgbClr val="191816"/>
                  </a:solidFill>
                  <a:latin typeface="Microsoft YaHei"/>
                  <a:ea typeface="Microsoft YaHei"/>
                  <a:cs typeface="Microsoft YaHei"/>
                </a:rPr>
                <a:t>Claude</a:t>
              </a:r>
            </a:p>
          </p:txBody>
        </p:sp>
        <p:sp>
          <p:nvSpPr>
            <p:cNvPr id="154" name="p0-ocr-013-position-2"/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807479" y="5199057"/>
              <a:ext cx="623072" cy="226777"/>
            </a:xfrm>
            <a:prstGeom xmlns:a="http://schemas.openxmlformats.org/drawingml/2006/main" prst="rect"/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fromWordArt="1" anchor="ctr">
              <a:prstTxWarp prst="textPlain">
                <a:avLst/>
              </a:prstTxWarp>
            </a:bodyPr>
            <a:lstStyle xmlns:a="http://schemas.openxmlformats.org/drawingml/2006/main"/>
            <a:p xmlns:a="http://schemas.openxmlformats.org/drawingml/2006/main">
              <a:pPr algn="l"/>
              <a:r>
                <a:rPr lang="" sz="1718" b="1">
                  <a:solidFill>
                    <a:srgbClr val="191816"/>
                  </a:solidFill>
                  <a:latin typeface="Microsoft YaHei"/>
                  <a:ea typeface="Microsoft YaHei"/>
                  <a:cs typeface="Microsoft YaHei"/>
                </a:rPr>
                <a:t>Code</a:t>
              </a:r>
            </a:p>
          </p:txBody>
        </p:sp>
      </p:grpSp>
      <p:grpSp>
        <p:nvGrpSpPr>
          <p:cNvPr id="155" name="p0-ocr-014"/>
          <p:cNvGrpSpPr/>
          <p:nvPr/>
        </p:nvGrpSpPr>
        <p:grpSpPr>
          <a:xfrm xmlns:a="http://schemas.openxmlformats.org/drawingml/2006/main">
            <a:off x="1088972" y="5411182"/>
            <a:ext cx="1055293" cy="280663"/>
            <a:chOff x="1088972" y="5411182"/>
            <a:chExt cx="1055293" cy="280663"/>
          </a:xfrm>
        </p:grpSpPr>
        <p:sp>
          <p:nvSpPr>
            <p:cNvPr id="156" name="p0-ocr-014-position-1"/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25872" y="5467315"/>
              <a:ext cx="972980" cy="190347"/>
            </a:xfrm>
            <a:prstGeom xmlns:a="http://schemas.openxmlformats.org/drawingml/2006/main" prst="rect"/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fromWordArt="1" anchor="ctr">
              <a:prstTxWarp prst="textPlain">
                <a:avLst/>
              </a:prstTxWarp>
            </a:bodyPr>
            <a:lstStyle xmlns:a="http://schemas.openxmlformats.org/drawingml/2006/main"/>
            <a:p xmlns:a="http://schemas.openxmlformats.org/drawingml/2006/main">
              <a:pPr algn="l"/>
              <a:r>
                <a:rPr lang="zh-CN" sz="1662" b="1">
                  <a:solidFill>
                    <a:srgbClr val="8E8987"/>
                  </a:solidFill>
                  <a:latin typeface="Microsoft YaHei"/>
                  <a:ea typeface="Microsoft YaHei"/>
                  <a:cs typeface="Microsoft YaHei"/>
                </a:rPr>
                <a:t>成为默认的</a:t>
              </a:r>
            </a:p>
          </p:txBody>
        </p:sp>
      </p:grpSp>
      <p:grpSp>
        <p:nvGrpSpPr>
          <p:cNvPr id="157" name="p0-ocr-015"/>
          <p:cNvGrpSpPr/>
          <p:nvPr/>
        </p:nvGrpSpPr>
        <p:grpSpPr>
          <a:xfrm xmlns:a="http://schemas.openxmlformats.org/drawingml/2006/main" rot="44213">
            <a:off x="9107514" y="5248398"/>
            <a:ext cx="1908508" cy="437834"/>
            <a:chOff x="9107514" y="5248398"/>
            <a:chExt cx="1908508" cy="437834"/>
          </a:xfrm>
        </p:grpSpPr>
        <p:sp>
          <p:nvSpPr>
            <p:cNvPr id="158" name="p0-ocr-015-position-1"/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477989" y="5373666"/>
              <a:ext cx="1427114" cy="214002"/>
            </a:xfrm>
            <a:prstGeom xmlns:a="http://schemas.openxmlformats.org/drawingml/2006/main" prst="rect"/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fromWordArt="1" anchor="ctr">
              <a:prstTxWarp prst="textPlain">
                <a:avLst/>
              </a:prstTxWarp>
            </a:bodyPr>
            <a:lstStyle xmlns:a="http://schemas.openxmlformats.org/drawingml/2006/main"/>
            <a:p xmlns:a="http://schemas.openxmlformats.org/drawingml/2006/main">
              <a:pPr algn="l"/>
              <a:r>
                <a:rPr lang="zh-CN" sz="1528" b="0">
                  <a:solidFill>
                    <a:srgbClr val="4B3A33"/>
                  </a:solidFill>
                  <a:latin typeface="Microsoft YaHei"/>
                  <a:ea typeface="Microsoft YaHei"/>
                  <a:cs typeface="Microsoft YaHei"/>
                </a:rPr>
                <a:t>汇总结果与决策</a:t>
              </a:r>
            </a:p>
          </p:txBody>
        </p:sp>
      </p:grpSp>
      <p:grpSp>
        <p:nvGrpSpPr>
          <p:cNvPr id="159" name="p0-ocr-016"/>
          <p:cNvGrpSpPr/>
          <p:nvPr/>
        </p:nvGrpSpPr>
        <p:grpSpPr>
          <a:xfrm xmlns:a="http://schemas.openxmlformats.org/drawingml/2006/main">
            <a:off x="1077746" y="5703072"/>
            <a:ext cx="864442" cy="280663"/>
            <a:chOff x="1077746" y="5703072"/>
            <a:chExt cx="864442" cy="280663"/>
          </a:xfrm>
        </p:grpSpPr>
        <p:sp>
          <p:nvSpPr>
            <p:cNvPr id="160" name="p0-ocr-016-position-1"/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24097" y="5750298"/>
              <a:ext cx="783369" cy="199201"/>
            </a:xfrm>
            <a:prstGeom xmlns:a="http://schemas.openxmlformats.org/drawingml/2006/main" prst="rect"/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fromWordArt="1" anchor="ctr">
              <a:prstTxWarp prst="textPlain">
                <a:avLst/>
              </a:prstTxWarp>
            </a:bodyPr>
            <a:lstStyle xmlns:a="http://schemas.openxmlformats.org/drawingml/2006/main"/>
            <a:p xmlns:a="http://schemas.openxmlformats.org/drawingml/2006/main">
              <a:pPr algn="l"/>
              <a:r>
                <a:rPr lang="zh-CN" sz="1702" b="1">
                  <a:solidFill>
                    <a:srgbClr val="888481"/>
                  </a:solidFill>
                  <a:latin typeface="Microsoft YaHei"/>
                  <a:ea typeface="Microsoft YaHei"/>
                  <a:cs typeface="Microsoft YaHei"/>
                </a:rPr>
                <a:t>执行拓扑</a:t>
              </a:r>
            </a:p>
          </p:txBody>
        </p:sp>
      </p:grpSp>
      <p:grpSp>
        <p:nvGrpSpPr>
          <p:cNvPr id="161" name="p0-ocr-017"/>
          <p:cNvGrpSpPr/>
          <p:nvPr/>
        </p:nvGrpSpPr>
        <p:grpSpPr>
          <a:xfrm xmlns:a="http://schemas.openxmlformats.org/drawingml/2006/main" rot="113291">
            <a:off x="943028" y="6735912"/>
            <a:ext cx="1257370" cy="662365"/>
            <a:chOff x="943028" y="6735912"/>
            <a:chExt cx="1257370" cy="662365"/>
          </a:xfrm>
        </p:grpSpPr>
        <p:sp>
          <p:nvSpPr>
            <p:cNvPr id="162" name="p0-ocr-017-position-1"/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28652" y="6934169"/>
              <a:ext cx="915837" cy="319009"/>
            </a:xfrm>
            <a:prstGeom xmlns:a="http://schemas.openxmlformats.org/drawingml/2006/main" prst="rect"/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fromWordArt="1" anchor="ctr">
              <a:prstTxWarp prst="textPlain">
                <a:avLst/>
              </a:prstTxWarp>
            </a:bodyPr>
            <a:lstStyle xmlns:a="http://schemas.openxmlformats.org/drawingml/2006/main"/>
            <a:p xmlns:a="http://schemas.openxmlformats.org/drawingml/2006/main">
              <a:pPr algn="l"/>
              <a:r>
                <a:rPr lang="zh-CN" sz="2419" b="1">
                  <a:solidFill>
                    <a:srgbClr val="121815"/>
                  </a:solidFill>
                  <a:latin typeface="Microsoft YaHei"/>
                  <a:ea typeface="Microsoft YaHei"/>
                  <a:cs typeface="Microsoft YaHei"/>
                </a:rPr>
                <a:t>协作层</a:t>
              </a:r>
            </a:p>
          </p:txBody>
        </p:sp>
      </p:grpSp>
      <p:grpSp>
        <p:nvGrpSpPr>
          <p:cNvPr id="163" name="p0-ocr-018"/>
          <p:cNvGrpSpPr/>
          <p:nvPr/>
        </p:nvGrpSpPr>
        <p:grpSpPr>
          <a:xfrm xmlns:a="http://schemas.openxmlformats.org/drawingml/2006/main">
            <a:off x="9677260" y="6971669"/>
            <a:ext cx="1863602" cy="246983"/>
            <a:chOff x="9677260" y="6971669"/>
            <a:chExt cx="1863602" cy="246983"/>
          </a:xfrm>
        </p:grpSpPr>
        <p:sp>
          <p:nvSpPr>
            <p:cNvPr id="164" name="p0-ocr-018-position-1"/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907707" y="6998341"/>
              <a:ext cx="1620872" cy="207209"/>
            </a:xfrm>
            <a:prstGeom xmlns:a="http://schemas.openxmlformats.org/drawingml/2006/main" prst="rect"/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fromWordArt="1" anchor="ctr">
              <a:prstTxWarp prst="textPlain">
                <a:avLst/>
              </a:prstTxWarp>
            </a:bodyPr>
            <a:lstStyle xmlns:a="http://schemas.openxmlformats.org/drawingml/2006/main"/>
            <a:p xmlns:a="http://schemas.openxmlformats.org/drawingml/2006/main">
              <a:pPr algn="l"/>
              <a:r>
                <a:rPr lang="zh-CN" sz="1848" b="0">
                  <a:solidFill>
                    <a:srgbClr val="2F4137"/>
                  </a:solidFill>
                  <a:latin typeface="Microsoft YaHei"/>
                  <a:ea typeface="Microsoft YaHei"/>
                  <a:cs typeface="Microsoft YaHei"/>
                </a:rPr>
                <a:t>独立上下文与工具</a:t>
              </a:r>
            </a:p>
          </p:txBody>
        </p:sp>
      </p:grpSp>
      <p:grpSp>
        <p:nvGrpSpPr>
          <p:cNvPr id="165" name="p0-ocr-019"/>
          <p:cNvGrpSpPr/>
          <p:nvPr/>
        </p:nvGrpSpPr>
        <p:grpSpPr>
          <a:xfrm xmlns:a="http://schemas.openxmlformats.org/drawingml/2006/main">
            <a:off x="1077746" y="7420729"/>
            <a:ext cx="1335956" cy="269436"/>
            <a:chOff x="1077746" y="7420729"/>
            <a:chExt cx="1335956" cy="269436"/>
          </a:xfrm>
        </p:grpSpPr>
        <p:sp>
          <p:nvSpPr>
            <p:cNvPr id="166" name="p0-ocr-019-position-1"/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24610" y="7466469"/>
              <a:ext cx="355665" cy="170458"/>
            </a:xfrm>
            <a:prstGeom xmlns:a="http://schemas.openxmlformats.org/drawingml/2006/main" prst="rect"/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fromWordArt="1" anchor="ctr">
              <a:prstTxWarp prst="textPlain">
                <a:avLst/>
              </a:prstTxWarp>
            </a:bodyPr>
            <a:lstStyle xmlns:a="http://schemas.openxmlformats.org/drawingml/2006/main"/>
            <a:p xmlns:a="http://schemas.openxmlformats.org/drawingml/2006/main">
              <a:pPr algn="l"/>
              <a:r>
                <a:rPr lang="" sz="1326" b="0">
                  <a:solidFill>
                    <a:srgbClr val="5C6261"/>
                  </a:solidFill>
                  <a:latin typeface="Microsoft YaHei"/>
                  <a:ea typeface="Microsoft YaHei"/>
                  <a:cs typeface="Microsoft YaHei"/>
                </a:rPr>
                <a:t>fork</a:t>
              </a:r>
            </a:p>
          </p:txBody>
        </p:sp>
        <p:sp>
          <p:nvSpPr>
            <p:cNvPr id="167" name="p0-ocr-019-position-2"/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550640" y="7467016"/>
              <a:ext cx="822992" cy="215919"/>
            </a:xfrm>
            <a:prstGeom xmlns:a="http://schemas.openxmlformats.org/drawingml/2006/main" prst="rect"/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fromWordArt="1" anchor="ctr">
              <a:prstTxWarp prst="textPlain">
                <a:avLst/>
              </a:prstTxWarp>
            </a:bodyPr>
            <a:lstStyle xmlns:a="http://schemas.openxmlformats.org/drawingml/2006/main"/>
            <a:p xmlns:a="http://schemas.openxmlformats.org/drawingml/2006/main">
              <a:pPr algn="l"/>
              <a:r>
                <a:rPr lang="" sz="1326" b="0">
                  <a:solidFill>
                    <a:srgbClr val="5C6261"/>
                  </a:solidFill>
                  <a:latin typeface="Microsoft YaHei"/>
                  <a:ea typeface="Microsoft YaHei"/>
                  <a:cs typeface="Microsoft YaHei"/>
                </a:rPr>
                <a:t>subagent</a:t>
              </a:r>
            </a:p>
          </p:txBody>
        </p:sp>
      </p:grpSp>
      <p:grpSp>
        <p:nvGrpSpPr>
          <p:cNvPr id="168" name="p0-ocr-020"/>
          <p:cNvGrpSpPr/>
          <p:nvPr/>
        </p:nvGrpSpPr>
        <p:grpSpPr>
          <a:xfrm xmlns:a="http://schemas.openxmlformats.org/drawingml/2006/main">
            <a:off x="9677260" y="7342144"/>
            <a:ext cx="2020773" cy="235757"/>
            <a:chOff x="9677260" y="7342144"/>
            <a:chExt cx="2020773" cy="235757"/>
          </a:xfrm>
        </p:grpSpPr>
        <p:sp>
          <p:nvSpPr>
            <p:cNvPr id="169" name="p0-ocr-020-position-1"/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912559" y="7360244"/>
              <a:ext cx="1779529" cy="212316"/>
            </a:xfrm>
            <a:prstGeom xmlns:a="http://schemas.openxmlformats.org/drawingml/2006/main" prst="rect"/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fromWordArt="1" anchor="ctr">
              <a:prstTxWarp prst="textPlain">
                <a:avLst/>
              </a:prstTxWarp>
            </a:bodyPr>
            <a:lstStyle xmlns:a="http://schemas.openxmlformats.org/drawingml/2006/main"/>
            <a:p xmlns:a="http://schemas.openxmlformats.org/drawingml/2006/main">
              <a:pPr algn="l"/>
              <a:r>
                <a:rPr lang="zh-CN" sz="1764" b="0">
                  <a:solidFill>
                    <a:srgbClr val="324138"/>
                  </a:solidFill>
                  <a:latin typeface="Microsoft YaHei"/>
                  <a:ea typeface="Microsoft YaHei"/>
                  <a:cs typeface="Microsoft YaHei"/>
                </a:rPr>
                <a:t>并行处理不同子任务</a:t>
              </a:r>
            </a:p>
          </p:txBody>
        </p:sp>
      </p:grpSp>
      <p:grpSp>
        <p:nvGrpSpPr>
          <p:cNvPr id="170" name="p0-ocr-021"/>
          <p:cNvGrpSpPr/>
          <p:nvPr/>
        </p:nvGrpSpPr>
        <p:grpSpPr>
          <a:xfrm xmlns:a="http://schemas.openxmlformats.org/drawingml/2006/main">
            <a:off x="2750497" y="7488088"/>
            <a:ext cx="1481901" cy="280663"/>
            <a:chOff x="2750497" y="7488088"/>
            <a:chExt cx="1481901" cy="280663"/>
          </a:xfrm>
        </p:grpSpPr>
        <p:sp>
          <p:nvSpPr>
            <p:cNvPr id="171" name="p0-ocr-021-position-1"/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802295" y="7549126"/>
              <a:ext cx="361225" cy="172186"/>
            </a:xfrm>
            <a:prstGeom xmlns:a="http://schemas.openxmlformats.org/drawingml/2006/main" prst="rect"/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fromWordArt="1" anchor="ctr">
              <a:prstTxWarp prst="textPlain">
                <a:avLst/>
              </a:prstTxWarp>
            </a:bodyPr>
            <a:lstStyle xmlns:a="http://schemas.openxmlformats.org/drawingml/2006/main"/>
            <a:p xmlns:a="http://schemas.openxmlformats.org/drawingml/2006/main">
              <a:pPr algn="l"/>
              <a:r>
                <a:rPr lang="" sz="1309" b="1">
                  <a:solidFill>
                    <a:srgbClr val="1D1A17"/>
                  </a:solidFill>
                  <a:latin typeface="Microsoft YaHei"/>
                  <a:ea typeface="Microsoft YaHei"/>
                  <a:cs typeface="Microsoft YaHei"/>
                </a:rPr>
                <a:t>fork</a:t>
              </a:r>
            </a:p>
          </p:txBody>
        </p:sp>
        <p:sp>
          <p:nvSpPr>
            <p:cNvPr id="172" name="p0-ocr-021-position-2"/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220644" y="7554074"/>
              <a:ext cx="818509" cy="213584"/>
            </a:xfrm>
            <a:prstGeom xmlns:a="http://schemas.openxmlformats.org/drawingml/2006/main" prst="rect"/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fromWordArt="1" anchor="ctr">
              <a:prstTxWarp prst="textPlain">
                <a:avLst/>
              </a:prstTxWarp>
            </a:bodyPr>
            <a:lstStyle xmlns:a="http://schemas.openxmlformats.org/drawingml/2006/main"/>
            <a:p xmlns:a="http://schemas.openxmlformats.org/drawingml/2006/main">
              <a:pPr algn="l"/>
              <a:r>
                <a:rPr lang="" sz="1309" b="1">
                  <a:solidFill>
                    <a:srgbClr val="1D1A17"/>
                  </a:solidFill>
                  <a:latin typeface="Microsoft YaHei"/>
                  <a:ea typeface="Microsoft YaHei"/>
                  <a:cs typeface="Microsoft YaHei"/>
                </a:rPr>
                <a:t>subagent</a:t>
              </a:r>
            </a:p>
          </p:txBody>
        </p:sp>
        <p:sp>
          <p:nvSpPr>
            <p:cNvPr id="173" name="p0-ocr-021-position-3"/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084386" y="7563817"/>
              <a:ext cx="115416" cy="155867"/>
            </a:xfrm>
            <a:prstGeom xmlns:a="http://schemas.openxmlformats.org/drawingml/2006/main" prst="rect"/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fromWordArt="1" anchor="ctr">
              <a:prstTxWarp prst="textPlain">
                <a:avLst/>
              </a:prstTxWarp>
            </a:bodyPr>
            <a:lstStyle xmlns:a="http://schemas.openxmlformats.org/drawingml/2006/main"/>
            <a:p xmlns:a="http://schemas.openxmlformats.org/drawingml/2006/main">
              <a:pPr algn="l"/>
              <a:r>
                <a:rPr lang="" sz="1309" b="1">
                  <a:solidFill>
                    <a:srgbClr val="1D1A17"/>
                  </a:solidFill>
                  <a:latin typeface="Microsoft YaHei"/>
                  <a:ea typeface="Microsoft YaHei"/>
                  <a:cs typeface="Microsoft YaHei"/>
                </a:rPr>
                <a:t>A</a:t>
              </a:r>
            </a:p>
          </p:txBody>
        </p:sp>
      </p:grpSp>
      <p:grpSp>
        <p:nvGrpSpPr>
          <p:cNvPr id="174" name="p0-ocr-022"/>
          <p:cNvGrpSpPr/>
          <p:nvPr/>
        </p:nvGrpSpPr>
        <p:grpSpPr>
          <a:xfrm xmlns:a="http://schemas.openxmlformats.org/drawingml/2006/main">
            <a:off x="4838630" y="7499315"/>
            <a:ext cx="1470674" cy="280663"/>
            <a:chOff x="4838630" y="7499315"/>
            <a:chExt cx="1470674" cy="280663"/>
          </a:xfrm>
        </p:grpSpPr>
        <p:sp>
          <p:nvSpPr>
            <p:cNvPr id="175" name="p0-ocr-022-position-1"/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892001" y="7556701"/>
              <a:ext cx="358119" cy="169629"/>
            </a:xfrm>
            <a:prstGeom xmlns:a="http://schemas.openxmlformats.org/drawingml/2006/main" prst="rect"/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fromWordArt="1" anchor="ctr">
              <a:prstTxWarp prst="textPlain">
                <a:avLst/>
              </a:prstTxWarp>
            </a:bodyPr>
            <a:lstStyle xmlns:a="http://schemas.openxmlformats.org/drawingml/2006/main"/>
            <a:p xmlns:a="http://schemas.openxmlformats.org/drawingml/2006/main">
              <a:pPr algn="l"/>
              <a:r>
                <a:rPr lang="" sz="1299" b="1">
                  <a:solidFill>
                    <a:srgbClr val="1F1D1A"/>
                  </a:solidFill>
                  <a:latin typeface="Microsoft YaHei"/>
                  <a:ea typeface="Microsoft YaHei"/>
                  <a:cs typeface="Microsoft YaHei"/>
                </a:rPr>
                <a:t>fork</a:t>
              </a:r>
            </a:p>
          </p:txBody>
        </p:sp>
        <p:sp>
          <p:nvSpPr>
            <p:cNvPr id="176" name="p0-ocr-022-position-2"/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301795" y="7558849"/>
              <a:ext cx="816658" cy="212096"/>
            </a:xfrm>
            <a:prstGeom xmlns:a="http://schemas.openxmlformats.org/drawingml/2006/main" prst="rect"/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fromWordArt="1" anchor="ctr">
              <a:prstTxWarp prst="textPlain">
                <a:avLst/>
              </a:prstTxWarp>
            </a:bodyPr>
            <a:lstStyle xmlns:a="http://schemas.openxmlformats.org/drawingml/2006/main"/>
            <a:p xmlns:a="http://schemas.openxmlformats.org/drawingml/2006/main">
              <a:pPr algn="l"/>
              <a:r>
                <a:rPr lang="" sz="1299" b="1">
                  <a:solidFill>
                    <a:srgbClr val="1F1D1A"/>
                  </a:solidFill>
                  <a:latin typeface="Microsoft YaHei"/>
                  <a:ea typeface="Microsoft YaHei"/>
                  <a:cs typeface="Microsoft YaHei"/>
                </a:rPr>
                <a:t>subagent</a:t>
              </a:r>
            </a:p>
          </p:txBody>
        </p:sp>
        <p:sp>
          <p:nvSpPr>
            <p:cNvPr id="177" name="p0-ocr-022-position-3"/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178599" y="7568337"/>
              <a:ext cx="104505" cy="157159"/>
            </a:xfrm>
            <a:prstGeom xmlns:a="http://schemas.openxmlformats.org/drawingml/2006/main" prst="rect"/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fromWordArt="1" anchor="ctr">
              <a:prstTxWarp prst="textPlain">
                <a:avLst/>
              </a:prstTxWarp>
            </a:bodyPr>
            <a:lstStyle xmlns:a="http://schemas.openxmlformats.org/drawingml/2006/main"/>
            <a:p xmlns:a="http://schemas.openxmlformats.org/drawingml/2006/main">
              <a:pPr algn="l"/>
              <a:r>
                <a:rPr lang="" sz="1299" b="1">
                  <a:solidFill>
                    <a:srgbClr val="1F1D1A"/>
                  </a:solidFill>
                  <a:latin typeface="Microsoft YaHei"/>
                  <a:ea typeface="Microsoft YaHei"/>
                  <a:cs typeface="Microsoft YaHei"/>
                </a:rPr>
                <a:t>B</a:t>
              </a:r>
            </a:p>
          </p:txBody>
        </p:sp>
      </p:grpSp>
      <p:grpSp>
        <p:nvGrpSpPr>
          <p:cNvPr id="178" name="p0-ocr-023"/>
          <p:cNvGrpSpPr/>
          <p:nvPr/>
        </p:nvGrpSpPr>
        <p:grpSpPr>
          <a:xfrm xmlns:a="http://schemas.openxmlformats.org/drawingml/2006/main">
            <a:off x="6937989" y="7521768"/>
            <a:ext cx="1448221" cy="269436"/>
            <a:chOff x="6937989" y="7521768"/>
            <a:chExt cx="1448221" cy="269436"/>
          </a:xfrm>
        </p:grpSpPr>
        <p:sp>
          <p:nvSpPr>
            <p:cNvPr id="179" name="p0-ocr-023-position-1"/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980757" y="7568980"/>
              <a:ext cx="352898" cy="169080"/>
            </a:xfrm>
            <a:prstGeom xmlns:a="http://schemas.openxmlformats.org/drawingml/2006/main" prst="rect"/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fromWordArt="1" anchor="ctr">
              <a:prstTxWarp prst="textPlain">
                <a:avLst/>
              </a:prstTxWarp>
            </a:bodyPr>
            <a:lstStyle xmlns:a="http://schemas.openxmlformats.org/drawingml/2006/main"/>
            <a:p xmlns:a="http://schemas.openxmlformats.org/drawingml/2006/main">
              <a:pPr algn="l"/>
              <a:r>
                <a:rPr lang="" sz="1279" b="1">
                  <a:solidFill>
                    <a:srgbClr val="211E1C"/>
                  </a:solidFill>
                  <a:latin typeface="Microsoft YaHei"/>
                  <a:ea typeface="Microsoft YaHei"/>
                  <a:cs typeface="Microsoft YaHei"/>
                </a:rPr>
                <a:t>fork</a:t>
              </a:r>
            </a:p>
          </p:txBody>
        </p:sp>
        <p:sp>
          <p:nvSpPr>
            <p:cNvPr id="180" name="p0-ocr-023-position-2"/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388539" y="7570268"/>
              <a:ext cx="807650" cy="215700"/>
            </a:xfrm>
            <a:prstGeom xmlns:a="http://schemas.openxmlformats.org/drawingml/2006/main" prst="rect"/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fromWordArt="1" anchor="ctr">
              <a:prstTxWarp prst="textPlain">
                <a:avLst/>
              </a:prstTxWarp>
            </a:bodyPr>
            <a:lstStyle xmlns:a="http://schemas.openxmlformats.org/drawingml/2006/main"/>
            <a:p xmlns:a="http://schemas.openxmlformats.org/drawingml/2006/main">
              <a:pPr algn="l"/>
              <a:r>
                <a:rPr lang="" sz="1279" b="1">
                  <a:solidFill>
                    <a:srgbClr val="211E1C"/>
                  </a:solidFill>
                  <a:latin typeface="Microsoft YaHei"/>
                  <a:ea typeface="Microsoft YaHei"/>
                  <a:cs typeface="Microsoft YaHei"/>
                </a:rPr>
                <a:t>subagent</a:t>
              </a:r>
            </a:p>
          </p:txBody>
        </p:sp>
        <p:sp>
          <p:nvSpPr>
            <p:cNvPr id="181" name="p0-ocr-023-position-3"/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244449" y="7579691"/>
              <a:ext cx="106972" cy="159324"/>
            </a:xfrm>
            <a:prstGeom xmlns:a="http://schemas.openxmlformats.org/drawingml/2006/main" prst="rect"/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fromWordArt="1" anchor="ctr">
              <a:prstTxWarp prst="textPlain">
                <a:avLst/>
              </a:prstTxWarp>
            </a:bodyPr>
            <a:lstStyle xmlns:a="http://schemas.openxmlformats.org/drawingml/2006/main"/>
            <a:p xmlns:a="http://schemas.openxmlformats.org/drawingml/2006/main">
              <a:pPr algn="l"/>
              <a:r>
                <a:rPr lang="" sz="1279" b="1">
                  <a:solidFill>
                    <a:srgbClr val="211E1C"/>
                  </a:solidFill>
                  <a:latin typeface="Microsoft YaHei"/>
                  <a:ea typeface="Microsoft YaHei"/>
                  <a:cs typeface="Microsoft YaHei"/>
                </a:rPr>
                <a:t>C</a:t>
              </a:r>
            </a:p>
          </p:txBody>
        </p:sp>
      </p:grpSp>
      <p:grpSp>
        <p:nvGrpSpPr>
          <p:cNvPr id="182" name="p0-ocr-024"/>
          <p:cNvGrpSpPr/>
          <p:nvPr/>
        </p:nvGrpSpPr>
        <p:grpSpPr>
          <a:xfrm xmlns:a="http://schemas.openxmlformats.org/drawingml/2006/main">
            <a:off x="1100199" y="7712619"/>
            <a:ext cx="853215" cy="246983"/>
            <a:chOff x="1100199" y="7712619"/>
            <a:chExt cx="853215" cy="246983"/>
          </a:xfrm>
        </p:grpSpPr>
        <p:sp>
          <p:nvSpPr>
            <p:cNvPr id="183" name="p0-ocr-024-position-1"/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34516" y="7742908"/>
              <a:ext cx="791733" cy="202529"/>
            </a:xfrm>
            <a:prstGeom xmlns:a="http://schemas.openxmlformats.org/drawingml/2006/main" prst="rect"/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fromWordArt="1" anchor="ctr">
              <a:prstTxWarp prst="textPlain">
                <a:avLst/>
              </a:prstTxWarp>
            </a:bodyPr>
            <a:lstStyle xmlns:a="http://schemas.openxmlformats.org/drawingml/2006/main"/>
            <a:p xmlns:a="http://schemas.openxmlformats.org/drawingml/2006/main">
              <a:pPr algn="l"/>
              <a:r>
                <a:rPr lang="zh-CN" sz="1680" b="0">
                  <a:solidFill>
                    <a:srgbClr val="737A77"/>
                  </a:solidFill>
                  <a:latin typeface="Microsoft YaHei"/>
                  <a:ea typeface="Microsoft YaHei"/>
                  <a:cs typeface="Microsoft YaHei"/>
                </a:rPr>
                <a:t>默认开启</a:t>
              </a:r>
            </a:p>
          </p:txBody>
        </p:sp>
      </p:grpSp>
      <p:grpSp>
        <p:nvGrpSpPr>
          <p:cNvPr id="184" name="p0-ocr-025"/>
          <p:cNvGrpSpPr/>
          <p:nvPr/>
        </p:nvGrpSpPr>
        <p:grpSpPr>
          <a:xfrm xmlns:a="http://schemas.openxmlformats.org/drawingml/2006/main">
            <a:off x="9666033" y="7690166"/>
            <a:ext cx="1683978" cy="269436"/>
            <a:chOff x="9666033" y="7690166"/>
            <a:chExt cx="1683978" cy="269436"/>
          </a:xfrm>
        </p:grpSpPr>
        <p:sp>
          <p:nvSpPr>
            <p:cNvPr id="185" name="p0-ocr-025-position-1"/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908108" y="7724498"/>
              <a:ext cx="1419450" cy="210067"/>
            </a:xfrm>
            <a:prstGeom xmlns:a="http://schemas.openxmlformats.org/drawingml/2006/main" prst="rect"/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fromWordArt="1" anchor="ctr">
              <a:prstTxWarp prst="textPlain">
                <a:avLst/>
              </a:prstTxWarp>
            </a:bodyPr>
            <a:lstStyle xmlns:a="http://schemas.openxmlformats.org/drawingml/2006/main"/>
            <a:p xmlns:a="http://schemas.openxmlformats.org/drawingml/2006/main">
              <a:pPr algn="l"/>
              <a:r>
                <a:rPr lang="zh-CN" sz="1894" b="0">
                  <a:solidFill>
                    <a:srgbClr val="2F4038"/>
                  </a:solidFill>
                  <a:latin typeface="Microsoft YaHei"/>
                  <a:ea typeface="Microsoft YaHei"/>
                  <a:cs typeface="Microsoft YaHei"/>
                </a:rPr>
                <a:t>结果回传主会话</a:t>
              </a:r>
            </a:p>
          </p:txBody>
        </p:sp>
      </p:grpSp>
      <p:grpSp>
        <p:nvGrpSpPr>
          <p:cNvPr id="186" name="p0-ocr-026"/>
          <p:cNvGrpSpPr/>
          <p:nvPr/>
        </p:nvGrpSpPr>
        <p:grpSpPr>
          <a:xfrm xmlns:a="http://schemas.openxmlformats.org/drawingml/2006/main">
            <a:off x="1100199" y="7982055"/>
            <a:ext cx="1279823" cy="269436"/>
            <a:chOff x="1100199" y="7982055"/>
            <a:chExt cx="1279823" cy="269436"/>
          </a:xfrm>
        </p:grpSpPr>
        <p:sp>
          <p:nvSpPr>
            <p:cNvPr id="187" name="p0-ocr-026-position-1"/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46609" y="8040162"/>
              <a:ext cx="1206202" cy="198347"/>
            </a:xfrm>
            <a:prstGeom xmlns:a="http://schemas.openxmlformats.org/drawingml/2006/main" prst="rect"/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fromWordArt="1" anchor="ctr">
              <a:prstTxWarp prst="textPlain">
                <a:avLst/>
              </a:prstTxWarp>
            </a:bodyPr>
            <a:lstStyle xmlns:a="http://schemas.openxmlformats.org/drawingml/2006/main"/>
            <a:p xmlns:a="http://schemas.openxmlformats.org/drawingml/2006/main">
              <a:pPr algn="l"/>
              <a:r>
                <a:rPr lang="zh-CN" sz="1680" b="0">
                  <a:solidFill>
                    <a:srgbClr val="808888"/>
                  </a:solidFill>
                  <a:latin typeface="Microsoft YaHei"/>
                  <a:ea typeface="Microsoft YaHei"/>
                  <a:cs typeface="Microsoft YaHei"/>
                </a:rPr>
                <a:t>多路并行执行</a:t>
              </a:r>
            </a:p>
          </p:txBody>
        </p:sp>
      </p:grpSp>
      <p:grpSp>
        <p:nvGrpSpPr>
          <p:cNvPr id="188" name="p0-ocr-027"/>
          <p:cNvGrpSpPr/>
          <p:nvPr/>
        </p:nvGrpSpPr>
        <p:grpSpPr>
          <a:xfrm xmlns:a="http://schemas.openxmlformats.org/drawingml/2006/main">
            <a:off x="1077746" y="9351691"/>
            <a:ext cx="1695204" cy="348022"/>
            <a:chOff x="1077746" y="9351691"/>
            <a:chExt cx="1695204" cy="348022"/>
          </a:xfrm>
        </p:grpSpPr>
        <p:sp>
          <p:nvSpPr>
            <p:cNvPr id="189" name="p0-ocr-027-position-1"/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24349" y="9384331"/>
              <a:ext cx="1627234" cy="303862"/>
            </a:xfrm>
            <a:prstGeom xmlns:a="http://schemas.openxmlformats.org/drawingml/2006/main" prst="rect"/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fromWordArt="1" anchor="ctr">
              <a:prstTxWarp prst="textPlain">
                <a:avLst/>
              </a:prstTxWarp>
            </a:bodyPr>
            <a:lstStyle xmlns:a="http://schemas.openxmlformats.org/drawingml/2006/main"/>
            <a:p xmlns:a="http://schemas.openxmlformats.org/drawingml/2006/main">
              <a:pPr algn="l"/>
              <a:r>
                <a:rPr lang="zh-CN" sz="2225" b="1">
                  <a:solidFill>
                    <a:srgbClr val="14181D"/>
                  </a:solidFill>
                  <a:latin typeface="Microsoft YaHei"/>
                  <a:ea typeface="Microsoft YaHei"/>
                  <a:cs typeface="Microsoft YaHei"/>
                </a:rPr>
                <a:t>控制与观测层</a:t>
              </a:r>
            </a:p>
          </p:txBody>
        </p:sp>
      </p:grpSp>
      <p:grpSp>
        <p:nvGrpSpPr>
          <p:cNvPr id="190" name="p0-ocr-028"/>
          <p:cNvGrpSpPr/>
          <p:nvPr/>
        </p:nvGrpSpPr>
        <p:grpSpPr>
          <a:xfrm xmlns:a="http://schemas.openxmlformats.org/drawingml/2006/main">
            <a:off x="4288530" y="9441503"/>
            <a:ext cx="696044" cy="325569"/>
            <a:chOff x="4288530" y="9441503"/>
            <a:chExt cx="696044" cy="325569"/>
          </a:xfrm>
        </p:grpSpPr>
        <p:sp>
          <p:nvSpPr>
            <p:cNvPr id="191" name="p0-ocr-028-position-1"/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367524" y="9504881"/>
              <a:ext cx="569416" cy="205368"/>
            </a:xfrm>
            <a:prstGeom xmlns:a="http://schemas.openxmlformats.org/drawingml/2006/main" prst="rect"/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fromWordArt="1" anchor="ctr">
              <a:prstTxWarp prst="textPlain">
                <a:avLst/>
              </a:prstTxWarp>
            </a:bodyPr>
            <a:lstStyle xmlns:a="http://schemas.openxmlformats.org/drawingml/2006/main"/>
            <a:p xmlns:a="http://schemas.openxmlformats.org/drawingml/2006/main">
              <a:pPr algn="l"/>
              <a:r>
                <a:rPr lang="" sz="1846" b="1">
                  <a:solidFill>
                    <a:srgbClr val="111212"/>
                  </a:solidFill>
                  <a:latin typeface="Microsoft YaHei"/>
                  <a:ea typeface="Microsoft YaHei"/>
                  <a:cs typeface="Microsoft YaHei"/>
                </a:rPr>
                <a:t>Hook</a:t>
              </a:r>
            </a:p>
          </p:txBody>
        </p:sp>
      </p:grpSp>
      <p:grpSp>
        <p:nvGrpSpPr>
          <p:cNvPr id="192" name="p0-ocr-029"/>
          <p:cNvGrpSpPr/>
          <p:nvPr/>
        </p:nvGrpSpPr>
        <p:grpSpPr>
          <a:xfrm xmlns:a="http://schemas.openxmlformats.org/drawingml/2006/main" rot="85498">
            <a:off x="6744331" y="9354497"/>
            <a:ext cx="1313503" cy="505193"/>
            <a:chOff x="6744331" y="9354497"/>
            <a:chExt cx="1313503" cy="505193"/>
          </a:xfrm>
        </p:grpSpPr>
        <p:sp>
          <p:nvSpPr>
            <p:cNvPr id="193" name="p0-ocr-029-position-1"/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894746" y="9518917"/>
              <a:ext cx="1030924" cy="214186"/>
            </a:xfrm>
            <a:prstGeom xmlns:a="http://schemas.openxmlformats.org/drawingml/2006/main" prst="rect"/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fromWordArt="1" anchor="ctr">
              <a:prstTxWarp prst="textPlain">
                <a:avLst/>
              </a:prstTxWarp>
            </a:bodyPr>
            <a:lstStyle xmlns:a="http://schemas.openxmlformats.org/drawingml/2006/main"/>
            <a:p xmlns:a="http://schemas.openxmlformats.org/drawingml/2006/main">
              <a:pPr algn="l"/>
              <a:r>
                <a:rPr lang="" sz="1814" b="1">
                  <a:solidFill>
                    <a:srgbClr val="13161A"/>
                  </a:solidFill>
                  <a:latin typeface="Microsoft YaHei"/>
                  <a:ea typeface="Microsoft YaHei"/>
                  <a:cs typeface="Microsoft YaHei"/>
                </a:rPr>
                <a:t>Worktree</a:t>
              </a:r>
            </a:p>
          </p:txBody>
        </p:sp>
      </p:grpSp>
      <p:grpSp>
        <p:nvGrpSpPr>
          <p:cNvPr id="194" name="p0-ocr-030"/>
          <p:cNvGrpSpPr/>
          <p:nvPr/>
        </p:nvGrpSpPr>
        <p:grpSpPr>
          <a:xfrm xmlns:a="http://schemas.openxmlformats.org/drawingml/2006/main">
            <a:off x="9733392" y="9441503"/>
            <a:ext cx="1740110" cy="348022"/>
            <a:chOff x="9733392" y="9441503"/>
            <a:chExt cx="1740110" cy="348022"/>
          </a:xfrm>
        </p:grpSpPr>
        <p:sp>
          <p:nvSpPr>
            <p:cNvPr id="195" name="p0-ocr-030-position-1"/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791599" y="9510537"/>
              <a:ext cx="1668665" cy="251846"/>
            </a:xfrm>
            <a:prstGeom xmlns:a="http://schemas.openxmlformats.org/drawingml/2006/main" prst="rect"/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fromWordArt="1" anchor="ctr">
              <a:prstTxWarp prst="textPlain">
                <a:avLst/>
              </a:prstTxWarp>
            </a:bodyPr>
            <a:lstStyle xmlns:a="http://schemas.openxmlformats.org/drawingml/2006/main"/>
            <a:p xmlns:a="http://schemas.openxmlformats.org/drawingml/2006/main">
              <a:pPr algn="l"/>
              <a:r>
                <a:rPr lang="" sz="1666" b="1">
                  <a:solidFill>
                    <a:srgbClr val="15191B"/>
                  </a:solidFill>
                  <a:latin typeface="Microsoft YaHei"/>
                  <a:ea typeface="Microsoft YaHei"/>
                  <a:cs typeface="Microsoft YaHei"/>
                </a:rPr>
                <a:t>OpenTelemetry</a:t>
              </a:r>
            </a:p>
          </p:txBody>
        </p:sp>
      </p:grpSp>
      <p:grpSp>
        <p:nvGrpSpPr>
          <p:cNvPr id="196" name="p0-ocr-031"/>
          <p:cNvGrpSpPr/>
          <p:nvPr/>
        </p:nvGrpSpPr>
        <p:grpSpPr>
          <a:xfrm xmlns:a="http://schemas.openxmlformats.org/drawingml/2006/main">
            <a:off x="1088972" y="9856884"/>
            <a:ext cx="1100199" cy="280663"/>
            <a:chOff x="1088972" y="9856884"/>
            <a:chExt cx="1100199" cy="280663"/>
          </a:xfrm>
        </p:grpSpPr>
        <p:sp>
          <p:nvSpPr>
            <p:cNvPr id="197" name="p0-ocr-031-position-1"/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40395" y="9913650"/>
              <a:ext cx="381963" cy="196232"/>
            </a:xfrm>
            <a:prstGeom xmlns:a="http://schemas.openxmlformats.org/drawingml/2006/main" prst="rect"/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fromWordArt="1" anchor="ctr">
              <a:prstTxWarp prst="textPlain">
                <a:avLst/>
              </a:prstTxWarp>
            </a:bodyPr>
            <a:lstStyle xmlns:a="http://schemas.openxmlformats.org/drawingml/2006/main"/>
            <a:p xmlns:a="http://schemas.openxmlformats.org/drawingml/2006/main">
              <a:pPr algn="l"/>
              <a:r>
                <a:rPr lang="zh-CN" sz="1492" b="0">
                  <a:solidFill>
                    <a:srgbClr val="798085"/>
                  </a:solidFill>
                  <a:latin typeface="Microsoft YaHei"/>
                  <a:ea typeface="Microsoft YaHei"/>
                  <a:cs typeface="Microsoft YaHei"/>
                </a:rPr>
                <a:t>为多</a:t>
              </a:r>
            </a:p>
          </p:txBody>
        </p:sp>
        <p:sp>
          <p:nvSpPr>
            <p:cNvPr id="198" name="p0-ocr-031-position-2"/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613375" y="9935470"/>
              <a:ext cx="535656" cy="202077"/>
            </a:xfrm>
            <a:prstGeom xmlns:a="http://schemas.openxmlformats.org/drawingml/2006/main" prst="rect"/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fromWordArt="1" anchor="ctr">
              <a:prstTxWarp prst="textPlain">
                <a:avLst/>
              </a:prstTxWarp>
            </a:bodyPr>
            <a:lstStyle xmlns:a="http://schemas.openxmlformats.org/drawingml/2006/main"/>
            <a:p xmlns:a="http://schemas.openxmlformats.org/drawingml/2006/main">
              <a:pPr algn="l"/>
              <a:r>
                <a:rPr lang="" sz="1492" b="0">
                  <a:solidFill>
                    <a:srgbClr val="798085"/>
                  </a:solidFill>
                  <a:latin typeface="Microsoft YaHei"/>
                  <a:ea typeface="Microsoft YaHei"/>
                  <a:cs typeface="Microsoft YaHei"/>
                </a:rPr>
                <a:t>Agent</a:t>
              </a:r>
            </a:p>
          </p:txBody>
        </p:sp>
      </p:grpSp>
      <p:grpSp>
        <p:nvGrpSpPr>
          <p:cNvPr id="199" name="p0-ocr-032"/>
          <p:cNvGrpSpPr/>
          <p:nvPr/>
        </p:nvGrpSpPr>
        <p:grpSpPr>
          <a:xfrm xmlns:a="http://schemas.openxmlformats.org/drawingml/2006/main">
            <a:off x="1100199" y="10171227"/>
            <a:ext cx="1459448" cy="235757"/>
            <a:chOff x="1100199" y="10171227"/>
            <a:chExt cx="1459448" cy="235757"/>
          </a:xfrm>
        </p:grpSpPr>
        <p:sp>
          <p:nvSpPr>
            <p:cNvPr id="200" name="p0-ocr-032-position-1"/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35600" y="10205866"/>
              <a:ext cx="1390367" cy="199165"/>
            </a:xfrm>
            <a:prstGeom xmlns:a="http://schemas.openxmlformats.org/drawingml/2006/main" prst="rect"/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fromWordArt="1" anchor="ctr">
              <a:prstTxWarp prst="textPlain">
                <a:avLst/>
              </a:prstTxWarp>
            </a:bodyPr>
            <a:lstStyle xmlns:a="http://schemas.openxmlformats.org/drawingml/2006/main"/>
            <a:p xmlns:a="http://schemas.openxmlformats.org/drawingml/2006/main">
              <a:pPr algn="l"/>
              <a:r>
                <a:rPr lang="zh-CN" sz="1728" b="0">
                  <a:solidFill>
                    <a:srgbClr val="6F767C"/>
                  </a:solidFill>
                  <a:latin typeface="Microsoft YaHei"/>
                  <a:ea typeface="Microsoft YaHei"/>
                  <a:cs typeface="Microsoft YaHei"/>
                </a:rPr>
                <a:t>补齐控制、限制</a:t>
              </a:r>
            </a:p>
          </p:txBody>
        </p:sp>
      </p:grpSp>
      <p:grpSp>
        <p:nvGrpSpPr>
          <p:cNvPr id="201" name="p0-ocr-033"/>
          <p:cNvGrpSpPr/>
          <p:nvPr/>
        </p:nvGrpSpPr>
        <p:grpSpPr>
          <a:xfrm xmlns:a="http://schemas.openxmlformats.org/drawingml/2006/main">
            <a:off x="3435315" y="10126320"/>
            <a:ext cx="1616619" cy="280663"/>
            <a:chOff x="3435315" y="10126320"/>
            <a:chExt cx="1616619" cy="280663"/>
          </a:xfrm>
        </p:grpSpPr>
        <p:sp>
          <p:nvSpPr>
            <p:cNvPr id="202" name="p0-ocr-033-position-1"/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605563" y="10167238"/>
              <a:ext cx="1429623" cy="238841"/>
            </a:xfrm>
            <a:prstGeom xmlns:a="http://schemas.openxmlformats.org/drawingml/2006/main" prst="rect"/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fromWordArt="1" anchor="ctr">
              <a:prstTxWarp prst="textPlain">
                <a:avLst/>
              </a:prstTxWarp>
            </a:bodyPr>
            <a:lstStyle xmlns:a="http://schemas.openxmlformats.org/drawingml/2006/main"/>
            <a:p xmlns:a="http://schemas.openxmlformats.org/drawingml/2006/main">
              <a:pPr algn="l"/>
              <a:r>
                <a:rPr lang="zh-CN" sz="1818" b="0">
                  <a:solidFill>
                    <a:srgbClr val="3A3F4A"/>
                  </a:solidFill>
                  <a:latin typeface="Microsoft YaHei"/>
                  <a:ea typeface="Microsoft YaHei"/>
                  <a:cs typeface="Microsoft YaHei"/>
                </a:rPr>
                <a:t>事件拦截与扩展</a:t>
              </a:r>
            </a:p>
          </p:txBody>
        </p:sp>
      </p:grpSp>
      <p:grpSp>
        <p:nvGrpSpPr>
          <p:cNvPr id="203" name="p0-ocr-034"/>
          <p:cNvGrpSpPr/>
          <p:nvPr/>
        </p:nvGrpSpPr>
        <p:grpSpPr>
          <a:xfrm xmlns:a="http://schemas.openxmlformats.org/drawingml/2006/main">
            <a:off x="6298077" y="10137547"/>
            <a:ext cx="1538033" cy="235757"/>
            <a:chOff x="6298077" y="10137547"/>
            <a:chExt cx="1538033" cy="235757"/>
          </a:xfrm>
        </p:grpSpPr>
        <p:sp>
          <p:nvSpPr>
            <p:cNvPr id="204" name="p0-ocr-034-position-1"/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400423" y="10169371"/>
              <a:ext cx="1419816" cy="202033"/>
            </a:xfrm>
            <a:prstGeom xmlns:a="http://schemas.openxmlformats.org/drawingml/2006/main" prst="rect"/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fromWordArt="1" anchor="ctr">
              <a:prstTxWarp prst="textPlain">
                <a:avLst/>
              </a:prstTxWarp>
            </a:bodyPr>
            <a:lstStyle xmlns:a="http://schemas.openxmlformats.org/drawingml/2006/main"/>
            <a:p xmlns:a="http://schemas.openxmlformats.org/drawingml/2006/main">
              <a:pPr algn="l"/>
              <a:r>
                <a:rPr lang="zh-CN" sz="1764" b="0">
                  <a:solidFill>
                    <a:srgbClr val="373E47"/>
                  </a:solidFill>
                  <a:latin typeface="Microsoft YaHei"/>
                  <a:ea typeface="Microsoft YaHei"/>
                  <a:cs typeface="Microsoft YaHei"/>
                </a:rPr>
                <a:t>隔离的工作目录</a:t>
              </a:r>
            </a:p>
          </p:txBody>
        </p:sp>
      </p:grpSp>
      <p:grpSp>
        <p:nvGrpSpPr>
          <p:cNvPr id="205" name="p0-ocr-035"/>
          <p:cNvGrpSpPr/>
          <p:nvPr/>
        </p:nvGrpSpPr>
        <p:grpSpPr>
          <a:xfrm xmlns:a="http://schemas.openxmlformats.org/drawingml/2006/main">
            <a:off x="9250652" y="10137547"/>
            <a:ext cx="1650298" cy="235757"/>
            <a:chOff x="9250652" y="10137547"/>
            <a:chExt cx="1650298" cy="235757"/>
          </a:xfrm>
        </p:grpSpPr>
        <p:sp>
          <p:nvSpPr>
            <p:cNvPr id="206" name="p0-ocr-035-position-1"/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465486" y="10168568"/>
              <a:ext cx="1424227" cy="203940"/>
            </a:xfrm>
            <a:prstGeom xmlns:a="http://schemas.openxmlformats.org/drawingml/2006/main" prst="rect"/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fromWordArt="1" anchor="ctr">
              <a:prstTxWarp prst="textPlain">
                <a:avLst/>
              </a:prstTxWarp>
            </a:bodyPr>
            <a:lstStyle xmlns:a="http://schemas.openxmlformats.org/drawingml/2006/main"/>
            <a:p xmlns:a="http://schemas.openxmlformats.org/drawingml/2006/main">
              <a:pPr algn="l"/>
              <a:r>
                <a:rPr lang="zh-CN" sz="1764" b="0">
                  <a:solidFill>
                    <a:srgbClr val="3A444F"/>
                  </a:solidFill>
                  <a:latin typeface="Microsoft YaHei"/>
                  <a:ea typeface="Microsoft YaHei"/>
                  <a:cs typeface="Microsoft YaHei"/>
                </a:rPr>
                <a:t>埋点与遥测上报</a:t>
              </a:r>
            </a:p>
          </p:txBody>
        </p:sp>
      </p:grpSp>
      <p:grpSp>
        <p:nvGrpSpPr>
          <p:cNvPr id="207" name="p0-ocr-036"/>
          <p:cNvGrpSpPr/>
          <p:nvPr/>
        </p:nvGrpSpPr>
        <p:grpSpPr>
          <a:xfrm xmlns:a="http://schemas.openxmlformats.org/drawingml/2006/main">
            <a:off x="1100199" y="10440663"/>
            <a:ext cx="1066519" cy="269436"/>
            <a:chOff x="1100199" y="10440663"/>
            <a:chExt cx="1066519" cy="269436"/>
          </a:xfrm>
        </p:grpSpPr>
        <p:sp>
          <p:nvSpPr>
            <p:cNvPr id="208" name="p0-ocr-036-position-1"/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35880" y="10493774"/>
              <a:ext cx="994540" cy="193857"/>
            </a:xfrm>
            <a:prstGeom xmlns:a="http://schemas.openxmlformats.org/drawingml/2006/main" prst="rect"/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fromWordArt="1" anchor="ctr">
              <a:prstTxWarp prst="textPlain">
                <a:avLst/>
              </a:prstTxWarp>
            </a:bodyPr>
            <a:lstStyle xmlns:a="http://schemas.openxmlformats.org/drawingml/2006/main"/>
            <a:p xmlns:a="http://schemas.openxmlformats.org/drawingml/2006/main">
              <a:pPr algn="l"/>
              <a:r>
                <a:rPr lang="zh-CN" sz="1680" b="0">
                  <a:solidFill>
                    <a:srgbClr val="767E86"/>
                  </a:solidFill>
                  <a:latin typeface="Microsoft YaHei"/>
                  <a:ea typeface="Microsoft YaHei"/>
                  <a:cs typeface="Microsoft YaHei"/>
                </a:rPr>
                <a:t>与可观测性</a:t>
              </a:r>
            </a:p>
          </p:txBody>
        </p:sp>
      </p:grpSp>
      <p:grpSp>
        <p:nvGrpSpPr>
          <p:cNvPr id="209" name="p0-ocr-037"/>
          <p:cNvGrpSpPr/>
          <p:nvPr/>
        </p:nvGrpSpPr>
        <p:grpSpPr>
          <a:xfrm xmlns:a="http://schemas.openxmlformats.org/drawingml/2006/main">
            <a:off x="3536354" y="10474343"/>
            <a:ext cx="1504354" cy="235757"/>
            <a:chOff x="3536354" y="10474343"/>
            <a:chExt cx="1504354" cy="235757"/>
          </a:xfrm>
        </p:grpSpPr>
        <p:sp>
          <p:nvSpPr>
            <p:cNvPr id="210" name="p0-ocr-037-position-1"/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606456" y="10505349"/>
              <a:ext cx="1432955" cy="202592"/>
            </a:xfrm>
            <a:prstGeom xmlns:a="http://schemas.openxmlformats.org/drawingml/2006/main" prst="rect"/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fromWordArt="1" anchor="ctr">
              <a:prstTxWarp prst="textPlain">
                <a:avLst/>
              </a:prstTxWarp>
            </a:bodyPr>
            <a:lstStyle xmlns:a="http://schemas.openxmlformats.org/drawingml/2006/main"/>
            <a:p xmlns:a="http://schemas.openxmlformats.org/drawingml/2006/main">
              <a:pPr algn="l"/>
              <a:r>
                <a:rPr lang="zh-CN" sz="1692" b="0">
                  <a:solidFill>
                    <a:srgbClr val="3D414B"/>
                  </a:solidFill>
                  <a:latin typeface="Microsoft YaHei"/>
                  <a:ea typeface="Microsoft YaHei"/>
                  <a:cs typeface="Microsoft YaHei"/>
                </a:rPr>
                <a:t>策略控制与限流</a:t>
              </a:r>
            </a:p>
          </p:txBody>
        </p:sp>
      </p:grpSp>
      <p:grpSp>
        <p:nvGrpSpPr>
          <p:cNvPr id="211" name="p0-ocr-038"/>
          <p:cNvGrpSpPr/>
          <p:nvPr/>
        </p:nvGrpSpPr>
        <p:grpSpPr>
          <a:xfrm xmlns:a="http://schemas.openxmlformats.org/drawingml/2006/main">
            <a:off x="6298077" y="10474343"/>
            <a:ext cx="1549260" cy="235757"/>
            <a:chOff x="6298077" y="10474343"/>
            <a:chExt cx="1549260" cy="235757"/>
          </a:xfrm>
        </p:grpSpPr>
        <p:sp>
          <p:nvSpPr>
            <p:cNvPr id="212" name="p0-ocr-038-position-1"/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401042" y="10506524"/>
              <a:ext cx="1418161" cy="200959"/>
            </a:xfrm>
            <a:prstGeom xmlns:a="http://schemas.openxmlformats.org/drawingml/2006/main" prst="rect"/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fromWordArt="1" anchor="ctr">
              <a:prstTxWarp prst="textPlain">
                <a:avLst/>
              </a:prstTxWarp>
            </a:bodyPr>
            <a:lstStyle xmlns:a="http://schemas.openxmlformats.org/drawingml/2006/main"/>
            <a:p xmlns:a="http://schemas.openxmlformats.org/drawingml/2006/main">
              <a:pPr algn="l"/>
              <a:r>
                <a:rPr lang="zh-CN" sz="1764" b="0">
                  <a:solidFill>
                    <a:srgbClr val="3E454C"/>
                  </a:solidFill>
                  <a:latin typeface="Microsoft YaHei"/>
                  <a:ea typeface="Microsoft YaHei"/>
                  <a:cs typeface="Microsoft YaHei"/>
                </a:rPr>
                <a:t>并行修改与验证</a:t>
              </a:r>
            </a:p>
          </p:txBody>
        </p:sp>
      </p:grpSp>
      <p:grpSp>
        <p:nvGrpSpPr>
          <p:cNvPr id="213" name="p0-ocr-039"/>
          <p:cNvGrpSpPr/>
          <p:nvPr/>
        </p:nvGrpSpPr>
        <p:grpSpPr>
          <a:xfrm xmlns:a="http://schemas.openxmlformats.org/drawingml/2006/main">
            <a:off x="9295558" y="10474343"/>
            <a:ext cx="1807470" cy="235757"/>
            <a:chOff x="9295558" y="10474343"/>
            <a:chExt cx="1807470" cy="235757"/>
          </a:xfrm>
        </p:grpSpPr>
        <p:sp>
          <p:nvSpPr>
            <p:cNvPr id="214" name="p0-ocr-039-position-1"/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461936" y="10502740"/>
              <a:ext cx="1638163" cy="205507"/>
            </a:xfrm>
            <a:prstGeom xmlns:a="http://schemas.openxmlformats.org/drawingml/2006/main" prst="rect"/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fromWordArt="1" anchor="ctr">
              <a:prstTxWarp prst="textPlain">
                <a:avLst/>
              </a:prstTxWarp>
            </a:bodyPr>
            <a:lstStyle xmlns:a="http://schemas.openxmlformats.org/drawingml/2006/main"/>
            <a:p xmlns:a="http://schemas.openxmlformats.org/drawingml/2006/main">
              <a:pPr algn="l"/>
              <a:r>
                <a:rPr lang="zh-CN" sz="1764" b="0">
                  <a:solidFill>
                    <a:srgbClr val="3D444E"/>
                  </a:solidFill>
                  <a:latin typeface="Microsoft YaHei"/>
                  <a:ea typeface="Microsoft YaHei"/>
                  <a:cs typeface="Microsoft YaHei"/>
                </a:rPr>
                <a:t>分类器与权限纳入</a:t>
              </a:r>
            </a:p>
          </p:txBody>
        </p:sp>
      </p:grpSp>
      <p:grpSp>
        <p:nvGrpSpPr>
          <p:cNvPr id="215" name="p0-ocr-040"/>
          <p:cNvGrpSpPr/>
          <p:nvPr/>
        </p:nvGrpSpPr>
        <p:grpSpPr>
          <a:xfrm xmlns:a="http://schemas.openxmlformats.org/drawingml/2006/main">
            <a:off x="3468994" y="10811138"/>
            <a:ext cx="1369635" cy="235757"/>
            <a:chOff x="3468994" y="10811138"/>
            <a:chExt cx="1369635" cy="235757"/>
          </a:xfrm>
        </p:grpSpPr>
        <p:sp>
          <p:nvSpPr>
            <p:cNvPr id="216" name="p0-ocr-040-position-1"/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604136" y="10843339"/>
              <a:ext cx="1221689" cy="202525"/>
            </a:xfrm>
            <a:prstGeom xmlns:a="http://schemas.openxmlformats.org/drawingml/2006/main" prst="rect"/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fromWordArt="1" anchor="ctr">
              <a:prstTxWarp prst="textPlain">
                <a:avLst/>
              </a:prstTxWarp>
            </a:bodyPr>
            <a:lstStyle xmlns:a="http://schemas.openxmlformats.org/drawingml/2006/main"/>
            <a:p xmlns:a="http://schemas.openxmlformats.org/drawingml/2006/main">
              <a:pPr algn="l"/>
              <a:r>
                <a:rPr lang="zh-CN" sz="1764" b="0">
                  <a:solidFill>
                    <a:srgbClr val="3E444D"/>
                  </a:solidFill>
                  <a:latin typeface="Microsoft YaHei"/>
                  <a:ea typeface="Microsoft YaHei"/>
                  <a:cs typeface="Microsoft YaHei"/>
                </a:rPr>
                <a:t>保障执行安全</a:t>
              </a:r>
            </a:p>
          </p:txBody>
        </p:sp>
      </p:grpSp>
      <p:grpSp>
        <p:nvGrpSpPr>
          <p:cNvPr id="217" name="p0-ocr-041"/>
          <p:cNvGrpSpPr/>
          <p:nvPr/>
        </p:nvGrpSpPr>
        <p:grpSpPr>
          <a:xfrm xmlns:a="http://schemas.openxmlformats.org/drawingml/2006/main">
            <a:off x="6309304" y="10811138"/>
            <a:ext cx="1324729" cy="235757"/>
            <a:chOff x="6309304" y="10811138"/>
            <a:chExt cx="1324729" cy="235757"/>
          </a:xfrm>
        </p:grpSpPr>
        <p:sp>
          <p:nvSpPr>
            <p:cNvPr id="218" name="p0-ocr-041-position-1"/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400578" y="10842899"/>
              <a:ext cx="1218540" cy="202199"/>
            </a:xfrm>
            <a:prstGeom xmlns:a="http://schemas.openxmlformats.org/drawingml/2006/main" prst="rect"/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fromWordArt="1" anchor="ctr">
              <a:prstTxWarp prst="textPlain">
                <a:avLst/>
              </a:prstTxWarp>
            </a:bodyPr>
            <a:lstStyle xmlns:a="http://schemas.openxmlformats.org/drawingml/2006/main"/>
            <a:p xmlns:a="http://schemas.openxmlformats.org/drawingml/2006/main">
              <a:pPr algn="l"/>
              <a:r>
                <a:rPr lang="zh-CN" sz="1764" b="0">
                  <a:solidFill>
                    <a:srgbClr val="3C4249"/>
                  </a:solidFill>
                  <a:latin typeface="Microsoft YaHei"/>
                  <a:ea typeface="Microsoft YaHei"/>
                  <a:cs typeface="Microsoft YaHei"/>
                </a:rPr>
                <a:t>降低冲突风险</a:t>
              </a:r>
            </a:p>
          </p:txBody>
        </p:sp>
      </p:grpSp>
      <p:grpSp>
        <p:nvGrpSpPr>
          <p:cNvPr id="219" name="p0-ocr-042"/>
          <p:cNvGrpSpPr/>
          <p:nvPr/>
        </p:nvGrpSpPr>
        <p:grpSpPr>
          <a:xfrm xmlns:a="http://schemas.openxmlformats.org/drawingml/2006/main">
            <a:off x="9340464" y="10811138"/>
            <a:ext cx="1762564" cy="235757"/>
            <a:chOff x="9340464" y="10811138"/>
            <a:chExt cx="1762564" cy="235757"/>
          </a:xfrm>
        </p:grpSpPr>
        <p:sp>
          <p:nvSpPr>
            <p:cNvPr id="220" name="p0-ocr-042-position-1"/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467492" y="10844260"/>
              <a:ext cx="1630535" cy="202635"/>
            </a:xfrm>
            <a:prstGeom xmlns:a="http://schemas.openxmlformats.org/drawingml/2006/main" prst="rect"/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fromWordArt="1" anchor="ctr">
              <a:prstTxWarp prst="textPlain">
                <a:avLst/>
              </a:prstTxWarp>
            </a:bodyPr>
            <a:lstStyle xmlns:a="http://schemas.openxmlformats.org/drawingml/2006/main"/>
            <a:p xmlns:a="http://schemas.openxmlformats.org/drawingml/2006/main">
              <a:pPr algn="l"/>
              <a:r>
                <a:rPr lang="zh-CN" sz="1764" b="0">
                  <a:solidFill>
                    <a:srgbClr val="3D424C"/>
                  </a:solidFill>
                  <a:latin typeface="Microsoft YaHei"/>
                  <a:ea typeface="Microsoft YaHei"/>
                  <a:cs typeface="Microsoft YaHei"/>
                </a:rPr>
                <a:t>支撑运行可观测性</a:t>
              </a:r>
            </a:p>
          </p:txBody>
        </p:sp>
      </p:grpSp>
      <p:grpSp>
        <p:nvGrpSpPr>
          <p:cNvPr id="221" name="p0-ocr-043"/>
          <p:cNvGrpSpPr/>
          <p:nvPr/>
        </p:nvGrpSpPr>
        <p:grpSpPr>
          <a:xfrm xmlns:a="http://schemas.openxmlformats.org/drawingml/2006/main">
            <a:off x="1201238" y="12001149"/>
            <a:ext cx="1313503" cy="404155"/>
            <a:chOff x="1201238" y="12001149"/>
            <a:chExt cx="1313503" cy="404155"/>
          </a:xfrm>
        </p:grpSpPr>
        <p:sp>
          <p:nvSpPr>
            <p:cNvPr id="222" name="p0-ocr-043-position-1"/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262624" y="12071856"/>
              <a:ext cx="1231517" cy="319728"/>
            </a:xfrm>
            <a:prstGeom xmlns:a="http://schemas.openxmlformats.org/drawingml/2006/main" prst="rect"/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fromWordArt="1" anchor="ctr">
              <a:prstTxWarp prst="textPlain">
                <a:avLst/>
              </a:prstTxWarp>
            </a:bodyPr>
            <a:lstStyle xmlns:a="http://schemas.openxmlformats.org/drawingml/2006/main"/>
            <a:p xmlns:a="http://schemas.openxmlformats.org/drawingml/2006/main">
              <a:pPr algn="l"/>
              <a:r>
                <a:rPr lang="zh-CN" sz="2586" b="1">
                  <a:solidFill>
                    <a:srgbClr val="14120F"/>
                  </a:solidFill>
                  <a:latin typeface="Microsoft YaHei"/>
                  <a:ea typeface="Microsoft YaHei"/>
                  <a:cs typeface="Microsoft YaHei"/>
                </a:rPr>
                <a:t>执行拓扑</a:t>
              </a:r>
            </a:p>
          </p:txBody>
        </p:sp>
      </p:grpSp>
      <p:grpSp>
        <p:nvGrpSpPr>
          <p:cNvPr id="223" name="p0-ocr-044"/>
          <p:cNvGrpSpPr/>
          <p:nvPr/>
        </p:nvGrpSpPr>
        <p:grpSpPr>
          <a:xfrm xmlns:a="http://schemas.openxmlformats.org/drawingml/2006/main">
            <a:off x="5220331" y="12001149"/>
            <a:ext cx="1313503" cy="404155"/>
            <a:chOff x="5220331" y="12001149"/>
            <a:chExt cx="1313503" cy="404155"/>
          </a:xfrm>
        </p:grpSpPr>
        <p:sp>
          <p:nvSpPr>
            <p:cNvPr id="224" name="p0-ocr-044-position-1"/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275705" y="12072596"/>
              <a:ext cx="1219465" cy="320088"/>
            </a:xfrm>
            <a:prstGeom xmlns:a="http://schemas.openxmlformats.org/drawingml/2006/main" prst="rect"/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fromWordArt="1" anchor="ctr">
              <a:prstTxWarp prst="textPlain">
                <a:avLst/>
              </a:prstTxWarp>
            </a:bodyPr>
            <a:lstStyle xmlns:a="http://schemas.openxmlformats.org/drawingml/2006/main"/>
            <a:p xmlns:a="http://schemas.openxmlformats.org/drawingml/2006/main">
              <a:pPr algn="l"/>
              <a:r>
                <a:rPr lang="zh-CN" sz="2586" b="1">
                  <a:solidFill>
                    <a:srgbClr val="111714"/>
                  </a:solidFill>
                  <a:latin typeface="Microsoft YaHei"/>
                  <a:ea typeface="Microsoft YaHei"/>
                  <a:cs typeface="Microsoft YaHei"/>
                </a:rPr>
                <a:t>运行控制</a:t>
              </a:r>
            </a:p>
          </p:txBody>
        </p:sp>
      </p:grpSp>
      <p:grpSp>
        <p:nvGrpSpPr>
          <p:cNvPr id="225" name="p0-ocr-045"/>
          <p:cNvGrpSpPr/>
          <p:nvPr/>
        </p:nvGrpSpPr>
        <p:grpSpPr>
          <a:xfrm xmlns:a="http://schemas.openxmlformats.org/drawingml/2006/main">
            <a:off x="9048575" y="12012376"/>
            <a:ext cx="1291050" cy="404155"/>
            <a:chOff x="9048575" y="12012376"/>
            <a:chExt cx="1291050" cy="404155"/>
          </a:xfrm>
        </p:grpSpPr>
        <p:sp>
          <p:nvSpPr>
            <p:cNvPr id="226" name="p0-ocr-045-position-1"/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097656" y="12072487"/>
              <a:ext cx="1219064" cy="319838"/>
            </a:xfrm>
            <a:prstGeom xmlns:a="http://schemas.openxmlformats.org/drawingml/2006/main" prst="rect"/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fromWordArt="1" anchor="ctr">
              <a:prstTxWarp prst="textPlain">
                <a:avLst/>
              </a:prstTxWarp>
            </a:bodyPr>
            <a:lstStyle xmlns:a="http://schemas.openxmlformats.org/drawingml/2006/main"/>
            <a:p xmlns:a="http://schemas.openxmlformats.org/drawingml/2006/main">
              <a:pPr algn="l"/>
              <a:r>
                <a:rPr lang="zh-CN" sz="2541" b="1">
                  <a:solidFill>
                    <a:srgbClr val="121518"/>
                  </a:solidFill>
                  <a:latin typeface="Microsoft YaHei"/>
                  <a:ea typeface="Microsoft YaHei"/>
                  <a:cs typeface="Microsoft YaHei"/>
                </a:rPr>
                <a:t>可观测性</a:t>
              </a:r>
            </a:p>
          </p:txBody>
        </p:sp>
      </p:grpSp>
      <p:grpSp>
        <p:nvGrpSpPr>
          <p:cNvPr id="227" name="p0-ocr-046"/>
          <p:cNvGrpSpPr/>
          <p:nvPr/>
        </p:nvGrpSpPr>
        <p:grpSpPr>
          <a:xfrm xmlns:a="http://schemas.openxmlformats.org/drawingml/2006/main">
            <a:off x="482740" y="12540022"/>
            <a:ext cx="3120972" cy="381702"/>
            <a:chOff x="482740" y="12540022"/>
            <a:chExt cx="3120972" cy="381702"/>
          </a:xfrm>
        </p:grpSpPr>
        <p:sp>
          <p:nvSpPr>
            <p:cNvPr id="228" name="p0-ocr-046-position-1"/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23595" y="12588429"/>
              <a:ext cx="583166" cy="255093"/>
            </a:xfrm>
            <a:prstGeom xmlns:a="http://schemas.openxmlformats.org/drawingml/2006/main" prst="rect"/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fromWordArt="1" anchor="ctr">
              <a:prstTxWarp prst="textPlain">
                <a:avLst/>
              </a:prstTxWarp>
            </a:bodyPr>
            <a:lstStyle xmlns:a="http://schemas.openxmlformats.org/drawingml/2006/main"/>
            <a:p xmlns:a="http://schemas.openxmlformats.org/drawingml/2006/main">
              <a:pPr algn="l"/>
              <a:r>
                <a:rPr lang="" sz="1859" b="1">
                  <a:solidFill>
                    <a:srgbClr val="BB4525"/>
                  </a:solidFill>
                  <a:latin typeface="Microsoft YaHei"/>
                  <a:ea typeface="Microsoft YaHei"/>
                  <a:cs typeface="Microsoft YaHei"/>
                </a:rPr>
                <a:t>fork</a:t>
              </a:r>
            </a:p>
          </p:txBody>
        </p:sp>
        <p:sp>
          <p:nvSpPr>
            <p:cNvPr id="229" name="p0-ocr-046-position-2"/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202572" y="12592400"/>
              <a:ext cx="1291052" cy="321195"/>
            </a:xfrm>
            <a:prstGeom xmlns:a="http://schemas.openxmlformats.org/drawingml/2006/main" prst="rect"/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fromWordArt="1" anchor="ctr">
              <a:prstTxWarp prst="textPlain">
                <a:avLst/>
              </a:prstTxWarp>
            </a:bodyPr>
            <a:lstStyle xmlns:a="http://schemas.openxmlformats.org/drawingml/2006/main"/>
            <a:p xmlns:a="http://schemas.openxmlformats.org/drawingml/2006/main">
              <a:pPr algn="l"/>
              <a:r>
                <a:rPr lang="" sz="1859" b="1">
                  <a:solidFill>
                    <a:srgbClr val="BB4525"/>
                  </a:solidFill>
                  <a:latin typeface="Microsoft YaHei"/>
                  <a:ea typeface="Microsoft YaHei"/>
                  <a:cs typeface="Microsoft YaHei"/>
                </a:rPr>
                <a:t>subagent</a:t>
              </a:r>
            </a:p>
          </p:txBody>
        </p:sp>
        <p:sp>
          <p:nvSpPr>
            <p:cNvPr id="230" name="p0-ocr-046-position-3"/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568000" y="12582156"/>
              <a:ext cx="1022218" cy="276820"/>
            </a:xfrm>
            <a:prstGeom xmlns:a="http://schemas.openxmlformats.org/drawingml/2006/main" prst="rect"/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fromWordArt="1" anchor="ctr">
              <a:prstTxWarp prst="textPlain">
                <a:avLst/>
              </a:prstTxWarp>
            </a:bodyPr>
            <a:lstStyle xmlns:a="http://schemas.openxmlformats.org/drawingml/2006/main"/>
            <a:p xmlns:a="http://schemas.openxmlformats.org/drawingml/2006/main">
              <a:pPr algn="l"/>
              <a:r>
                <a:rPr lang="zh-CN" sz="1859" b="1">
                  <a:solidFill>
                    <a:srgbClr val="BB4525"/>
                  </a:solidFill>
                  <a:latin typeface="Microsoft YaHei"/>
                  <a:ea typeface="Microsoft YaHei"/>
                  <a:cs typeface="Microsoft YaHei"/>
                </a:rPr>
                <a:t>默认开启</a:t>
              </a:r>
            </a:p>
          </p:txBody>
        </p:sp>
      </p:grpSp>
      <p:grpSp>
        <p:nvGrpSpPr>
          <p:cNvPr id="231" name="p0-ocr-047"/>
          <p:cNvGrpSpPr/>
          <p:nvPr/>
        </p:nvGrpSpPr>
        <p:grpSpPr>
          <a:xfrm xmlns:a="http://schemas.openxmlformats.org/drawingml/2006/main">
            <a:off x="4468155" y="12540022"/>
            <a:ext cx="3244464" cy="336796"/>
            <a:chOff x="4468155" y="12540022"/>
            <a:chExt cx="3244464" cy="336796"/>
          </a:xfrm>
        </p:grpSpPr>
        <p:sp>
          <p:nvSpPr>
            <p:cNvPr id="232" name="p0-ocr-047-position-1"/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506604" y="12587608"/>
              <a:ext cx="787348" cy="273181"/>
            </a:xfrm>
            <a:prstGeom xmlns:a="http://schemas.openxmlformats.org/drawingml/2006/main" prst="rect"/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fromWordArt="1" anchor="ctr">
              <a:prstTxWarp prst="textPlain">
                <a:avLst/>
              </a:prstTxWarp>
            </a:bodyPr>
            <a:lstStyle xmlns:a="http://schemas.openxmlformats.org/drawingml/2006/main"/>
            <a:p xmlns:a="http://schemas.openxmlformats.org/drawingml/2006/main">
              <a:pPr algn="l"/>
              <a:r>
                <a:rPr lang="zh-CN" sz="1732" b="1">
                  <a:solidFill>
                    <a:srgbClr val="236947"/>
                  </a:solidFill>
                  <a:latin typeface="Microsoft YaHei"/>
                  <a:ea typeface="Microsoft YaHei"/>
                  <a:cs typeface="Microsoft YaHei"/>
                </a:rPr>
                <a:t>后台化、</a:t>
              </a:r>
            </a:p>
          </p:txBody>
        </p:sp>
        <p:sp>
          <p:nvSpPr>
            <p:cNvPr id="233" name="p0-ocr-047-position-2"/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474722" y="12599903"/>
              <a:ext cx="628816" cy="240848"/>
            </a:xfrm>
            <a:prstGeom xmlns:a="http://schemas.openxmlformats.org/drawingml/2006/main" prst="rect"/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fromWordArt="1" anchor="ctr">
              <a:prstTxWarp prst="textPlain">
                <a:avLst/>
              </a:prstTxWarp>
            </a:bodyPr>
            <a:lstStyle xmlns:a="http://schemas.openxmlformats.org/drawingml/2006/main"/>
            <a:p xmlns:a="http://schemas.openxmlformats.org/drawingml/2006/main">
              <a:pPr algn="l"/>
              <a:r>
                <a:rPr lang="" sz="1732" b="1">
                  <a:solidFill>
                    <a:srgbClr val="236947"/>
                  </a:solidFill>
                  <a:latin typeface="Microsoft YaHei"/>
                  <a:ea typeface="Microsoft YaHei"/>
                  <a:cs typeface="Microsoft YaHei"/>
                </a:rPr>
                <a:t>Hook</a:t>
              </a:r>
            </a:p>
          </p:txBody>
        </p:sp>
        <p:sp>
          <p:nvSpPr>
            <p:cNvPr id="234" name="p0-ocr-047-position-3"/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182152" y="12591645"/>
              <a:ext cx="501429" cy="266325"/>
            </a:xfrm>
            <a:prstGeom xmlns:a="http://schemas.openxmlformats.org/drawingml/2006/main" prst="rect"/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fromWordArt="1" anchor="ctr">
              <a:prstTxWarp prst="textPlain">
                <a:avLst/>
              </a:prstTxWarp>
            </a:bodyPr>
            <a:lstStyle xmlns:a="http://schemas.openxmlformats.org/drawingml/2006/main"/>
            <a:p xmlns:a="http://schemas.openxmlformats.org/drawingml/2006/main">
              <a:pPr algn="l"/>
              <a:r>
                <a:rPr lang="zh-CN" sz="1732" b="1">
                  <a:solidFill>
                    <a:srgbClr val="236947"/>
                  </a:solidFill>
                  <a:latin typeface="Microsoft YaHei"/>
                  <a:ea typeface="Microsoft YaHei"/>
                  <a:cs typeface="Microsoft YaHei"/>
                </a:rPr>
                <a:t>限流、</a:t>
              </a:r>
            </a:p>
          </p:txBody>
        </p:sp>
        <p:sp>
          <p:nvSpPr>
            <p:cNvPr id="235" name="p0-ocr-047-position-4"/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818157" y="12590531"/>
              <a:ext cx="870146" cy="266624"/>
            </a:xfrm>
            <a:prstGeom xmlns:a="http://schemas.openxmlformats.org/drawingml/2006/main" prst="rect"/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fromWordArt="1" anchor="ctr">
              <a:prstTxWarp prst="textPlain">
                <a:avLst/>
              </a:prstTxWarp>
            </a:bodyPr>
            <a:lstStyle xmlns:a="http://schemas.openxmlformats.org/drawingml/2006/main"/>
            <a:p xmlns:a="http://schemas.openxmlformats.org/drawingml/2006/main">
              <a:pPr algn="l"/>
              <a:r>
                <a:rPr lang="zh-CN" sz="1732" b="1">
                  <a:solidFill>
                    <a:srgbClr val="236947"/>
                  </a:solidFill>
                  <a:latin typeface="Microsoft YaHei"/>
                  <a:ea typeface="Microsoft YaHei"/>
                  <a:cs typeface="Microsoft YaHei"/>
                </a:rPr>
                <a:t>恢复修复</a:t>
              </a:r>
            </a:p>
          </p:txBody>
        </p:sp>
      </p:grpSp>
      <p:grpSp>
        <p:nvGrpSpPr>
          <p:cNvPr id="236" name="p0-ocr-048"/>
          <p:cNvGrpSpPr/>
          <p:nvPr/>
        </p:nvGrpSpPr>
        <p:grpSpPr>
          <a:xfrm xmlns:a="http://schemas.openxmlformats.org/drawingml/2006/main">
            <a:off x="8307624" y="12540022"/>
            <a:ext cx="3367956" cy="325569"/>
            <a:chOff x="8307624" y="12540022"/>
            <a:chExt cx="3367956" cy="325569"/>
          </a:xfrm>
        </p:grpSpPr>
        <p:sp>
          <p:nvSpPr>
            <p:cNvPr id="237" name="p0-ocr-048-position-1"/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339953" y="12583131"/>
              <a:ext cx="3327343" cy="278914"/>
            </a:xfrm>
            <a:prstGeom xmlns:a="http://schemas.openxmlformats.org/drawingml/2006/main" prst="rect"/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fromWordArt="1" anchor="ctr">
              <a:prstTxWarp prst="textPlain">
                <a:avLst/>
              </a:prstTxWarp>
            </a:bodyPr>
            <a:lstStyle xmlns:a="http://schemas.openxmlformats.org/drawingml/2006/main"/>
            <a:p xmlns:a="http://schemas.openxmlformats.org/drawingml/2006/main">
              <a:pPr algn="l"/>
              <a:r>
                <a:rPr lang="zh-CN" sz="1718" b="1">
                  <a:solidFill>
                    <a:srgbClr val="276EAF"/>
                  </a:solidFill>
                  <a:latin typeface="Microsoft YaHei"/>
                  <a:ea typeface="Microsoft YaHei"/>
                  <a:cs typeface="Microsoft YaHei"/>
                </a:rPr>
                <a:t>分类器、权限、缓存进入遥测</a:t>
              </a:r>
            </a:p>
          </p:txBody>
        </p:sp>
      </p:grpSp>
      <p:grpSp>
        <p:nvGrpSpPr>
          <p:cNvPr id="238" name="p0-ocr-049"/>
          <p:cNvGrpSpPr/>
          <p:nvPr/>
        </p:nvGrpSpPr>
        <p:grpSpPr>
          <a:xfrm xmlns:a="http://schemas.openxmlformats.org/drawingml/2006/main">
            <a:off x="965481" y="13236066"/>
            <a:ext cx="1930961" cy="280663"/>
            <a:chOff x="965481" y="13236066"/>
            <a:chExt cx="1930961" cy="280663"/>
          </a:xfrm>
        </p:grpSpPr>
        <p:sp>
          <p:nvSpPr>
            <p:cNvPr id="239" name="p0-ocr-049-position-1"/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23096" y="13277152"/>
              <a:ext cx="165283" cy="196558"/>
            </a:xfrm>
            <a:prstGeom xmlns:a="http://schemas.openxmlformats.org/drawingml/2006/main" prst="rect"/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fromWordArt="1" anchor="ctr">
              <a:prstTxWarp prst="textPlain">
                <a:avLst/>
              </a:prstTxWarp>
            </a:bodyPr>
            <a:lstStyle xmlns:a="http://schemas.openxmlformats.org/drawingml/2006/main"/>
            <a:p xmlns:a="http://schemas.openxmlformats.org/drawingml/2006/main">
              <a:pPr algn="l"/>
              <a:r>
                <a:rPr lang="zh-CN" sz="1378" b="0">
                  <a:solidFill>
                    <a:srgbClr val="444446"/>
                  </a:solidFill>
                  <a:latin typeface="Microsoft YaHei"/>
                  <a:ea typeface="Microsoft YaHei"/>
                  <a:cs typeface="Microsoft YaHei"/>
                </a:rPr>
                <a:t>多</a:t>
              </a:r>
            </a:p>
          </p:txBody>
        </p:sp>
        <p:sp>
          <p:nvSpPr>
            <p:cNvPr id="240" name="p0-ocr-049-position-2"/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280806" y="13296288"/>
              <a:ext cx="514889" cy="212664"/>
            </a:xfrm>
            <a:prstGeom xmlns:a="http://schemas.openxmlformats.org/drawingml/2006/main" prst="rect"/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fromWordArt="1" anchor="ctr">
              <a:prstTxWarp prst="textPlain">
                <a:avLst/>
              </a:prstTxWarp>
            </a:bodyPr>
            <a:lstStyle xmlns:a="http://schemas.openxmlformats.org/drawingml/2006/main"/>
            <a:p xmlns:a="http://schemas.openxmlformats.org/drawingml/2006/main">
              <a:pPr algn="l"/>
              <a:r>
                <a:rPr lang="" sz="1378" b="0">
                  <a:solidFill>
                    <a:srgbClr val="444446"/>
                  </a:solidFill>
                  <a:latin typeface="Microsoft YaHei"/>
                  <a:ea typeface="Microsoft YaHei"/>
                  <a:cs typeface="Microsoft YaHei"/>
                </a:rPr>
                <a:t>Agent</a:t>
              </a:r>
            </a:p>
          </p:txBody>
        </p:sp>
        <p:sp>
          <p:nvSpPr>
            <p:cNvPr id="241" name="p0-ocr-049-position-3"/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886267" y="13272170"/>
              <a:ext cx="976056" cy="204306"/>
            </a:xfrm>
            <a:prstGeom xmlns:a="http://schemas.openxmlformats.org/drawingml/2006/main" prst="rect"/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fromWordArt="1" anchor="ctr">
              <a:prstTxWarp prst="textPlain">
                <a:avLst/>
              </a:prstTxWarp>
            </a:bodyPr>
            <a:lstStyle xmlns:a="http://schemas.openxmlformats.org/drawingml/2006/main"/>
            <a:p xmlns:a="http://schemas.openxmlformats.org/drawingml/2006/main">
              <a:pPr algn="l"/>
              <a:r>
                <a:rPr lang="zh-CN" sz="1378" b="0">
                  <a:solidFill>
                    <a:srgbClr val="444446"/>
                  </a:solidFill>
                  <a:latin typeface="Microsoft YaHei"/>
                  <a:ea typeface="Microsoft YaHei"/>
                  <a:cs typeface="Microsoft YaHei"/>
                </a:rPr>
                <a:t>从可选能力</a:t>
              </a:r>
            </a:p>
          </p:txBody>
        </p:sp>
      </p:grpSp>
      <p:grpSp>
        <p:nvGrpSpPr>
          <p:cNvPr id="242" name="p0-ocr-050"/>
          <p:cNvGrpSpPr/>
          <p:nvPr/>
        </p:nvGrpSpPr>
        <p:grpSpPr>
          <a:xfrm xmlns:a="http://schemas.openxmlformats.org/drawingml/2006/main">
            <a:off x="4995801" y="13314652"/>
            <a:ext cx="2559646" cy="246983"/>
            <a:chOff x="4995801" y="13314652"/>
            <a:chExt cx="2559646" cy="246983"/>
          </a:xfrm>
        </p:grpSpPr>
        <p:sp>
          <p:nvSpPr>
            <p:cNvPr id="243" name="p0-ocr-050-position-1"/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011128" y="13338207"/>
              <a:ext cx="2534046" cy="212274"/>
            </a:xfrm>
            <a:prstGeom xmlns:a="http://schemas.openxmlformats.org/drawingml/2006/main" prst="rect"/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fromWordArt="1" anchor="ctr">
              <a:prstTxWarp prst="textPlain">
                <a:avLst/>
              </a:prstTxWarp>
            </a:bodyPr>
            <a:lstStyle xmlns:a="http://schemas.openxmlformats.org/drawingml/2006/main"/>
            <a:p xmlns:a="http://schemas.openxmlformats.org/drawingml/2006/main">
              <a:pPr algn="l"/>
              <a:r>
                <a:rPr lang="zh-CN" sz="1337" b="0">
                  <a:solidFill>
                    <a:srgbClr val="474749"/>
                  </a:solidFill>
                  <a:latin typeface="Microsoft YaHei"/>
                  <a:ea typeface="Microsoft YaHei"/>
                  <a:cs typeface="Microsoft YaHei"/>
                </a:rPr>
                <a:t>支持后台化执行，提升稳定性</a:t>
              </a:r>
            </a:p>
          </p:txBody>
        </p:sp>
      </p:grpSp>
      <p:grpSp>
        <p:nvGrpSpPr>
          <p:cNvPr id="244" name="p0-ocr-051"/>
          <p:cNvGrpSpPr/>
          <p:nvPr/>
        </p:nvGrpSpPr>
        <p:grpSpPr>
          <a:xfrm xmlns:a="http://schemas.openxmlformats.org/drawingml/2006/main">
            <a:off x="8824044" y="13292199"/>
            <a:ext cx="2593326" cy="235757"/>
            <a:chOff x="8824044" y="13292199"/>
            <a:chExt cx="2593326" cy="235757"/>
          </a:xfrm>
        </p:grpSpPr>
        <p:sp>
          <p:nvSpPr>
            <p:cNvPr id="245" name="p0-ocr-051-position-1"/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848063" y="13320786"/>
              <a:ext cx="2557742" cy="204314"/>
            </a:xfrm>
            <a:prstGeom xmlns:a="http://schemas.openxmlformats.org/drawingml/2006/main" prst="rect"/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fromWordArt="1" anchor="ctr">
              <a:prstTxWarp prst="textPlain">
                <a:avLst/>
              </a:prstTxWarp>
            </a:bodyPr>
            <a:lstStyle xmlns:a="http://schemas.openxmlformats.org/drawingml/2006/main"/>
            <a:p xmlns:a="http://schemas.openxmlformats.org/drawingml/2006/main">
              <a:pPr algn="l"/>
              <a:r>
                <a:rPr lang="zh-CN" sz="1337" b="0">
                  <a:solidFill>
                    <a:srgbClr val="464549"/>
                  </a:solidFill>
                  <a:latin typeface="Microsoft YaHei"/>
                  <a:ea typeface="Microsoft YaHei"/>
                  <a:cs typeface="Microsoft YaHei"/>
                </a:rPr>
                <a:t>引入分类器与权限相关的遥测</a:t>
              </a:r>
            </a:p>
          </p:txBody>
        </p:sp>
      </p:grpSp>
      <p:grpSp>
        <p:nvGrpSpPr>
          <p:cNvPr id="246" name="p0-ocr-052"/>
          <p:cNvGrpSpPr/>
          <p:nvPr/>
        </p:nvGrpSpPr>
        <p:grpSpPr>
          <a:xfrm xmlns:a="http://schemas.openxmlformats.org/drawingml/2006/main">
            <a:off x="892508" y="13443757"/>
            <a:ext cx="1818696" cy="437834"/>
            <a:chOff x="892508" y="13443757"/>
            <a:chExt cx="1818696" cy="437834"/>
          </a:xfrm>
        </p:grpSpPr>
        <p:sp>
          <p:nvSpPr>
            <p:cNvPr id="247" name="p0-ocr-052-position-1"/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12234" y="13562499"/>
              <a:ext cx="1588691" cy="208597"/>
            </a:xfrm>
            <a:prstGeom xmlns:a="http://schemas.openxmlformats.org/drawingml/2006/main" prst="rect"/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fromWordArt="1" anchor="ctr">
              <a:prstTxWarp prst="textPlain">
                <a:avLst/>
              </a:prstTxWarp>
            </a:bodyPr>
            <a:lstStyle xmlns:a="http://schemas.openxmlformats.org/drawingml/2006/main"/>
            <a:p xmlns:a="http://schemas.openxmlformats.org/drawingml/2006/main">
              <a:pPr algn="l"/>
              <a:r>
                <a:rPr lang="zh-CN" sz="1624" b="0">
                  <a:solidFill>
                    <a:srgbClr val="4A4B4C"/>
                  </a:solidFill>
                  <a:latin typeface="Microsoft YaHei"/>
                  <a:ea typeface="Microsoft YaHei"/>
                  <a:cs typeface="Microsoft YaHei"/>
                </a:rPr>
                <a:t>走向默认执行拓扑</a:t>
              </a:r>
            </a:p>
          </p:txBody>
        </p:sp>
      </p:grpSp>
      <p:grpSp>
        <p:nvGrpSpPr>
          <p:cNvPr id="248" name="p0-ocr-053"/>
          <p:cNvGrpSpPr/>
          <p:nvPr/>
        </p:nvGrpSpPr>
        <p:grpSpPr>
          <a:xfrm xmlns:a="http://schemas.openxmlformats.org/drawingml/2006/main">
            <a:off x="4984575" y="13864751"/>
            <a:ext cx="2761724" cy="224530"/>
            <a:chOff x="4984575" y="13864751"/>
            <a:chExt cx="2761724" cy="224530"/>
          </a:xfrm>
        </p:grpSpPr>
        <p:sp>
          <p:nvSpPr>
            <p:cNvPr id="249" name="p0-ocr-053-position-1"/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009353" y="13886218"/>
              <a:ext cx="376604" cy="198809"/>
            </a:xfrm>
            <a:prstGeom xmlns:a="http://schemas.openxmlformats.org/drawingml/2006/main" prst="rect"/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fromWordArt="1" anchor="ctr">
              <a:prstTxWarp prst="textPlain">
                <a:avLst/>
              </a:prstTxWarp>
            </a:bodyPr>
            <a:lstStyle xmlns:a="http://schemas.openxmlformats.org/drawingml/2006/main"/>
            <a:p xmlns:a="http://schemas.openxmlformats.org/drawingml/2006/main">
              <a:pPr algn="l"/>
              <a:r>
                <a:rPr lang="zh-CN" sz="1273" b="0">
                  <a:solidFill>
                    <a:srgbClr val="424144"/>
                  </a:solidFill>
                  <a:latin typeface="Microsoft YaHei"/>
                  <a:ea typeface="Microsoft YaHei"/>
                  <a:cs typeface="Microsoft YaHei"/>
                </a:rPr>
                <a:t>通过</a:t>
              </a:r>
            </a:p>
          </p:txBody>
        </p:sp>
        <p:sp>
          <p:nvSpPr>
            <p:cNvPr id="250" name="p0-ocr-053-position-2"/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465196" y="13894462"/>
              <a:ext cx="450768" cy="178600"/>
            </a:xfrm>
            <a:prstGeom xmlns:a="http://schemas.openxmlformats.org/drawingml/2006/main" prst="rect"/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fromWordArt="1" anchor="ctr">
              <a:prstTxWarp prst="textPlain">
                <a:avLst/>
              </a:prstTxWarp>
            </a:bodyPr>
            <a:lstStyle xmlns:a="http://schemas.openxmlformats.org/drawingml/2006/main"/>
            <a:p xmlns:a="http://schemas.openxmlformats.org/drawingml/2006/main">
              <a:pPr algn="l"/>
              <a:r>
                <a:rPr lang="" sz="1273" b="0">
                  <a:solidFill>
                    <a:srgbClr val="424144"/>
                  </a:solidFill>
                  <a:latin typeface="Microsoft YaHei"/>
                  <a:ea typeface="Microsoft YaHei"/>
                  <a:cs typeface="Microsoft YaHei"/>
                </a:rPr>
                <a:t>Hook</a:t>
              </a:r>
            </a:p>
          </p:txBody>
        </p:sp>
        <p:sp>
          <p:nvSpPr>
            <p:cNvPr id="251" name="p0-ocr-053-position-3"/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981839" y="13884287"/>
              <a:ext cx="1754781" cy="203968"/>
            </a:xfrm>
            <a:prstGeom xmlns:a="http://schemas.openxmlformats.org/drawingml/2006/main" prst="rect"/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fromWordArt="1" anchor="ctr">
              <a:prstTxWarp prst="textPlain">
                <a:avLst/>
              </a:prstTxWarp>
            </a:bodyPr>
            <a:lstStyle xmlns:a="http://schemas.openxmlformats.org/drawingml/2006/main"/>
            <a:p xmlns:a="http://schemas.openxmlformats.org/drawingml/2006/main">
              <a:pPr algn="l"/>
              <a:r>
                <a:rPr lang="zh-CN" sz="1273" b="0">
                  <a:solidFill>
                    <a:srgbClr val="424144"/>
                  </a:solidFill>
                  <a:latin typeface="Microsoft YaHei"/>
                  <a:ea typeface="Microsoft YaHei"/>
                  <a:cs typeface="Microsoft YaHei"/>
                </a:rPr>
                <a:t>进行策略控制与限流</a:t>
              </a:r>
            </a:p>
          </p:txBody>
        </p:sp>
      </p:grpSp>
      <p:grpSp>
        <p:nvGrpSpPr>
          <p:cNvPr id="252" name="p0-ocr-054"/>
          <p:cNvGrpSpPr/>
          <p:nvPr/>
        </p:nvGrpSpPr>
        <p:grpSpPr>
          <a:xfrm xmlns:a="http://schemas.openxmlformats.org/drawingml/2006/main">
            <a:off x="8824044" y="13864751"/>
            <a:ext cx="2649459" cy="235757"/>
            <a:chOff x="8824044" y="13864751"/>
            <a:chExt cx="2649459" cy="235757"/>
          </a:xfrm>
        </p:grpSpPr>
        <p:sp>
          <p:nvSpPr>
            <p:cNvPr id="253" name="p0-ocr-054-position-1"/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836791" y="13879620"/>
              <a:ext cx="2624778" cy="209011"/>
            </a:xfrm>
            <a:prstGeom xmlns:a="http://schemas.openxmlformats.org/drawingml/2006/main" prst="rect"/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fromWordArt="1" anchor="ctr">
              <a:prstTxWarp prst="textPlain">
                <a:avLst/>
              </a:prstTxWarp>
            </a:bodyPr>
            <a:lstStyle xmlns:a="http://schemas.openxmlformats.org/drawingml/2006/main"/>
            <a:p xmlns:a="http://schemas.openxmlformats.org/drawingml/2006/main">
              <a:pPr algn="l"/>
              <a:r>
                <a:rPr lang="zh-CN" sz="1273" b="0">
                  <a:solidFill>
                    <a:srgbClr val="444248"/>
                  </a:solidFill>
                  <a:latin typeface="Microsoft YaHei"/>
                  <a:ea typeface="Microsoft YaHei"/>
                  <a:cs typeface="Microsoft YaHei"/>
                </a:rPr>
                <a:t>缓存命中等运行数据纳入观测</a:t>
              </a:r>
            </a:p>
          </p:txBody>
        </p:sp>
      </p:grpSp>
      <p:grpSp>
        <p:nvGrpSpPr>
          <p:cNvPr id="254" name="p0-ocr-055"/>
          <p:cNvGrpSpPr/>
          <p:nvPr/>
        </p:nvGrpSpPr>
        <p:grpSpPr>
          <a:xfrm xmlns:a="http://schemas.openxmlformats.org/drawingml/2006/main">
            <a:off x="965481" y="13977017"/>
            <a:ext cx="2873989" cy="291890"/>
            <a:chOff x="965481" y="13977017"/>
            <a:chExt cx="2873989" cy="291890"/>
          </a:xfrm>
        </p:grpSpPr>
        <p:sp>
          <p:nvSpPr>
            <p:cNvPr id="255" name="p0-ocr-055-position-1"/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16348" y="14025753"/>
              <a:ext cx="1447859" cy="210676"/>
            </a:xfrm>
            <a:prstGeom xmlns:a="http://schemas.openxmlformats.org/drawingml/2006/main" prst="rect"/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fromWordArt="1" anchor="ctr">
              <a:prstTxWarp prst="textPlain">
                <a:avLst/>
              </a:prstTxWarp>
            </a:bodyPr>
            <a:lstStyle xmlns:a="http://schemas.openxmlformats.org/drawingml/2006/main"/>
            <a:p xmlns:a="http://schemas.openxmlformats.org/drawingml/2006/main">
              <a:pPr algn="l"/>
              <a:r>
                <a:rPr lang="zh-CN" sz="1318" b="0">
                  <a:solidFill>
                    <a:srgbClr val="49494B"/>
                  </a:solidFill>
                  <a:latin typeface="Microsoft YaHei"/>
                  <a:ea typeface="Microsoft YaHei"/>
                  <a:cs typeface="Microsoft YaHei"/>
                </a:rPr>
                <a:t>主会话拆解任务，</a:t>
              </a:r>
            </a:p>
          </p:txBody>
        </p:sp>
        <p:sp>
          <p:nvSpPr>
            <p:cNvPr id="256" name="p0-ocr-055-position-2"/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605804" y="14035528"/>
              <a:ext cx="349525" cy="177245"/>
            </a:xfrm>
            <a:prstGeom xmlns:a="http://schemas.openxmlformats.org/drawingml/2006/main" prst="rect"/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fromWordArt="1" anchor="ctr">
              <a:prstTxWarp prst="textPlain">
                <a:avLst/>
              </a:prstTxWarp>
            </a:bodyPr>
            <a:lstStyle xmlns:a="http://schemas.openxmlformats.org/drawingml/2006/main"/>
            <a:p xmlns:a="http://schemas.openxmlformats.org/drawingml/2006/main">
              <a:pPr algn="l"/>
              <a:r>
                <a:rPr lang="" sz="1318" b="0">
                  <a:solidFill>
                    <a:srgbClr val="49494B"/>
                  </a:solidFill>
                  <a:latin typeface="Microsoft YaHei"/>
                  <a:ea typeface="Microsoft YaHei"/>
                  <a:cs typeface="Microsoft YaHei"/>
                </a:rPr>
                <a:t>fork</a:t>
              </a:r>
            </a:p>
          </p:txBody>
        </p:sp>
        <p:sp>
          <p:nvSpPr>
            <p:cNvPr id="257" name="p0-ocr-055-position-3"/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021170" y="14036502"/>
              <a:ext cx="794936" cy="225621"/>
            </a:xfrm>
            <a:prstGeom xmlns:a="http://schemas.openxmlformats.org/drawingml/2006/main" prst="rect"/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fromWordArt="1" anchor="ctr">
              <a:prstTxWarp prst="textPlain">
                <a:avLst/>
              </a:prstTxWarp>
            </a:bodyPr>
            <a:lstStyle xmlns:a="http://schemas.openxmlformats.org/drawingml/2006/main"/>
            <a:p xmlns:a="http://schemas.openxmlformats.org/drawingml/2006/main">
              <a:pPr algn="l"/>
              <a:r>
                <a:rPr lang="" sz="1318" b="0">
                  <a:solidFill>
                    <a:srgbClr val="49494B"/>
                  </a:solidFill>
                  <a:latin typeface="Microsoft YaHei"/>
                  <a:ea typeface="Microsoft YaHei"/>
                  <a:cs typeface="Microsoft YaHei"/>
                </a:rPr>
                <a:t>subagent</a:t>
              </a:r>
            </a:p>
          </p:txBody>
        </p:sp>
      </p:grpSp>
      <p:grpSp>
        <p:nvGrpSpPr>
          <p:cNvPr id="258" name="p0-ocr-056"/>
          <p:cNvGrpSpPr/>
          <p:nvPr/>
        </p:nvGrpSpPr>
        <p:grpSpPr>
          <a:xfrm xmlns:a="http://schemas.openxmlformats.org/drawingml/2006/main">
            <a:off x="965481" y="14268906"/>
            <a:ext cx="864442" cy="280663"/>
            <a:chOff x="965481" y="14268906"/>
            <a:chExt cx="864442" cy="280663"/>
          </a:xfrm>
        </p:grpSpPr>
        <p:sp>
          <p:nvSpPr>
            <p:cNvPr id="259" name="p0-ocr-056-position-1"/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19439" y="14325334"/>
              <a:ext cx="796527" cy="205032"/>
            </a:xfrm>
            <a:prstGeom xmlns:a="http://schemas.openxmlformats.org/drawingml/2006/main" prst="rect"/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fromWordArt="1" anchor="ctr">
              <a:prstTxWarp prst="textPlain">
                <a:avLst/>
              </a:prstTxWarp>
            </a:bodyPr>
            <a:lstStyle xmlns:a="http://schemas.openxmlformats.org/drawingml/2006/main"/>
            <a:p xmlns:a="http://schemas.openxmlformats.org/drawingml/2006/main">
              <a:pPr algn="l"/>
              <a:r>
                <a:rPr lang="zh-CN" sz="1702" b="0">
                  <a:solidFill>
                    <a:srgbClr val="4F4F51"/>
                  </a:solidFill>
                  <a:latin typeface="Microsoft YaHei"/>
                  <a:ea typeface="Microsoft YaHei"/>
                  <a:cs typeface="Microsoft YaHei"/>
                </a:rPr>
                <a:t>并行执行</a:t>
              </a:r>
            </a:p>
          </p:txBody>
        </p:sp>
      </p:grpSp>
      <p:grpSp>
        <p:nvGrpSpPr>
          <p:cNvPr id="260" name="p0-ocr-057"/>
          <p:cNvGrpSpPr/>
          <p:nvPr/>
        </p:nvGrpSpPr>
        <p:grpSpPr>
          <a:xfrm xmlns:a="http://schemas.openxmlformats.org/drawingml/2006/main">
            <a:off x="4984575" y="14392398"/>
            <a:ext cx="2234077" cy="235757"/>
            <a:chOff x="4984575" y="14392398"/>
            <a:chExt cx="2234077" cy="235757"/>
          </a:xfrm>
        </p:grpSpPr>
        <p:sp>
          <p:nvSpPr>
            <p:cNvPr id="261" name="p0-ocr-057-position-1"/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011942" y="14416466"/>
              <a:ext cx="2189893" cy="208860"/>
            </a:xfrm>
            <a:prstGeom xmlns:a="http://schemas.openxmlformats.org/drawingml/2006/main" prst="rect"/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fromWordArt="1" anchor="ctr">
              <a:prstTxWarp prst="textPlain">
                <a:avLst/>
              </a:prstTxWarp>
            </a:bodyPr>
            <a:lstStyle xmlns:a="http://schemas.openxmlformats.org/drawingml/2006/main"/>
            <a:p xmlns:a="http://schemas.openxmlformats.org/drawingml/2006/main">
              <a:pPr algn="l"/>
              <a:r>
                <a:rPr lang="zh-CN" sz="1599" b="0">
                  <a:solidFill>
                    <a:srgbClr val="424347"/>
                  </a:solidFill>
                  <a:latin typeface="Microsoft YaHei"/>
                  <a:ea typeface="Microsoft YaHei"/>
                  <a:cs typeface="Microsoft YaHei"/>
                </a:rPr>
                <a:t>增强失败恢复与修复能力</a:t>
              </a:r>
            </a:p>
          </p:txBody>
        </p:sp>
      </p:grpSp>
      <p:grpSp>
        <p:nvGrpSpPr>
          <p:cNvPr id="262" name="p0-ocr-058"/>
          <p:cNvGrpSpPr/>
          <p:nvPr/>
        </p:nvGrpSpPr>
        <p:grpSpPr>
          <a:xfrm xmlns:a="http://schemas.openxmlformats.org/drawingml/2006/main">
            <a:off x="8801591" y="14369945"/>
            <a:ext cx="2570873" cy="269436"/>
            <a:chOff x="8801591" y="14369945"/>
            <a:chExt cx="2570873" cy="269436"/>
          </a:xfrm>
        </p:grpSpPr>
        <p:sp>
          <p:nvSpPr>
            <p:cNvPr id="263" name="p0-ocr-058-position-1"/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847476" y="14412582"/>
              <a:ext cx="2503135" cy="208910"/>
            </a:xfrm>
            <a:prstGeom xmlns:a="http://schemas.openxmlformats.org/drawingml/2006/main" prst="rect"/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fromWordArt="1" anchor="ctr">
              <a:prstTxWarp prst="textPlain">
                <a:avLst/>
              </a:prstTxWarp>
            </a:bodyPr>
            <a:lstStyle xmlns:a="http://schemas.openxmlformats.org/drawingml/2006/main"/>
            <a:p xmlns:a="http://schemas.openxmlformats.org/drawingml/2006/main">
              <a:pPr algn="l"/>
              <a:r>
                <a:rPr lang="zh-CN" sz="1738" b="0">
                  <a:solidFill>
                    <a:srgbClr val="444347"/>
                  </a:solidFill>
                  <a:latin typeface="Microsoft YaHei"/>
                  <a:ea typeface="Microsoft YaHei"/>
                  <a:cs typeface="Microsoft YaHei"/>
                </a:rPr>
                <a:t>为后续的成本、质量与安全</a:t>
              </a:r>
            </a:p>
          </p:txBody>
        </p:sp>
      </p:grpSp>
      <p:grpSp>
        <p:nvGrpSpPr>
          <p:cNvPr id="264" name="p0-ocr-059"/>
          <p:cNvGrpSpPr/>
          <p:nvPr/>
        </p:nvGrpSpPr>
        <p:grpSpPr>
          <a:xfrm xmlns:a="http://schemas.openxmlformats.org/drawingml/2006/main">
            <a:off x="999160" y="14740420"/>
            <a:ext cx="2694365" cy="235757"/>
            <a:chOff x="999160" y="14740420"/>
            <a:chExt cx="2694365" cy="235757"/>
          </a:xfrm>
        </p:grpSpPr>
        <p:sp>
          <p:nvSpPr>
            <p:cNvPr id="265" name="p0-ocr-059-position-1"/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18339" y="14767013"/>
              <a:ext cx="2671580" cy="207272"/>
            </a:xfrm>
            <a:prstGeom xmlns:a="http://schemas.openxmlformats.org/drawingml/2006/main" prst="rect"/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fromWordArt="1" anchor="ctr">
              <a:prstTxWarp prst="textPlain">
                <a:avLst/>
              </a:prstTxWarp>
            </a:bodyPr>
            <a:lstStyle xmlns:a="http://schemas.openxmlformats.org/drawingml/2006/main"/>
            <a:p xmlns:a="http://schemas.openxmlformats.org/drawingml/2006/main">
              <a:pPr algn="l"/>
              <a:r>
                <a:rPr lang="zh-CN" sz="1337" b="0">
                  <a:solidFill>
                    <a:srgbClr val="49484B"/>
                  </a:solidFill>
                  <a:latin typeface="Microsoft YaHei"/>
                  <a:ea typeface="Microsoft YaHei"/>
                  <a:cs typeface="Microsoft YaHei"/>
                </a:rPr>
                <a:t>更好的任务分工与独立上下文</a:t>
              </a:r>
            </a:p>
          </p:txBody>
        </p:sp>
      </p:grpSp>
      <p:grpSp>
        <p:nvGrpSpPr>
          <p:cNvPr id="266" name="p0-ocr-060"/>
          <p:cNvGrpSpPr/>
          <p:nvPr/>
        </p:nvGrpSpPr>
        <p:grpSpPr>
          <a:xfrm xmlns:a="http://schemas.openxmlformats.org/drawingml/2006/main">
            <a:off x="4984575" y="14695514"/>
            <a:ext cx="1639072" cy="246983"/>
            <a:chOff x="4984575" y="14695514"/>
            <a:chExt cx="1639072" cy="246983"/>
          </a:xfrm>
        </p:grpSpPr>
        <p:sp>
          <p:nvSpPr>
            <p:cNvPr id="267" name="p0-ocr-060-position-1"/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010977" y="14718972"/>
              <a:ext cx="1605802" cy="213494"/>
            </a:xfrm>
            <a:prstGeom xmlns:a="http://schemas.openxmlformats.org/drawingml/2006/main" prst="rect"/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fromWordArt="1" anchor="ctr">
              <a:prstTxWarp prst="textPlain">
                <a:avLst/>
              </a:prstTxWarp>
            </a:bodyPr>
            <a:lstStyle xmlns:a="http://schemas.openxmlformats.org/drawingml/2006/main"/>
            <a:p xmlns:a="http://schemas.openxmlformats.org/drawingml/2006/main">
              <a:pPr algn="l"/>
              <a:r>
                <a:rPr lang="zh-CN" sz="1613" b="0">
                  <a:solidFill>
                    <a:srgbClr val="47484B"/>
                  </a:solidFill>
                  <a:latin typeface="Microsoft YaHei"/>
                  <a:ea typeface="Microsoft YaHei"/>
                  <a:cs typeface="Microsoft YaHei"/>
                </a:rPr>
                <a:t>提升长任务可靠性</a:t>
              </a:r>
            </a:p>
          </p:txBody>
        </p:sp>
      </p:grpSp>
      <p:grpSp>
        <p:nvGrpSpPr>
          <p:cNvPr id="268" name="p0-ocr-061"/>
          <p:cNvGrpSpPr/>
          <p:nvPr/>
        </p:nvGrpSpPr>
        <p:grpSpPr>
          <a:xfrm xmlns:a="http://schemas.openxmlformats.org/drawingml/2006/main">
            <a:off x="8801591" y="14673061"/>
            <a:ext cx="1291050" cy="269436"/>
            <a:chOff x="8801591" y="14673061"/>
            <a:chExt cx="1291050" cy="269436"/>
          </a:xfrm>
        </p:grpSpPr>
        <p:sp>
          <p:nvSpPr>
            <p:cNvPr id="269" name="p0-ocr-061-position-1"/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838257" y="14717094"/>
              <a:ext cx="1225869" cy="211601"/>
            </a:xfrm>
            <a:prstGeom xmlns:a="http://schemas.openxmlformats.org/drawingml/2006/main" prst="rect"/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fromWordArt="1" anchor="ctr">
              <a:prstTxWarp prst="textPlain">
                <a:avLst/>
              </a:prstTxWarp>
            </a:bodyPr>
            <a:lstStyle xmlns:a="http://schemas.openxmlformats.org/drawingml/2006/main"/>
            <a:p xmlns:a="http://schemas.openxmlformats.org/drawingml/2006/main">
              <a:pPr algn="l"/>
              <a:r>
                <a:rPr lang="zh-CN" sz="1694" b="0">
                  <a:solidFill>
                    <a:srgbClr val="424245"/>
                  </a:solidFill>
                  <a:latin typeface="Microsoft YaHei"/>
                  <a:ea typeface="Microsoft YaHei"/>
                  <a:cs typeface="Microsoft YaHei"/>
                </a:rPr>
                <a:t>提供数据基础</a:t>
              </a:r>
            </a:p>
          </p:txBody>
        </p:sp>
      </p:grpSp>
      <p:grpSp>
        <p:nvGrpSpPr>
          <p:cNvPr id="270" name="p0-ocr-062"/>
          <p:cNvGrpSpPr/>
          <p:nvPr/>
        </p:nvGrpSpPr>
        <p:grpSpPr>
          <a:xfrm xmlns:a="http://schemas.openxmlformats.org/drawingml/2006/main">
            <a:off x="4120133" y="15582409"/>
            <a:ext cx="3850696" cy="336796"/>
            <a:chOff x="4120133" y="15582409"/>
            <a:chExt cx="3850696" cy="336796"/>
          </a:xfrm>
        </p:grpSpPr>
        <p:sp>
          <p:nvSpPr>
            <p:cNvPr id="271" name="p0-ocr-062-position-1"/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648621" y="15678888"/>
              <a:ext cx="116840" cy="202420"/>
            </a:xfrm>
            <a:prstGeom xmlns:a="http://schemas.openxmlformats.org/drawingml/2006/main" prst="rect"/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fromWordArt="1" anchor="ctr">
              <a:prstTxWarp prst="textPlain">
                <a:avLst/>
              </a:prstTxWarp>
            </a:bodyPr>
            <a:lstStyle xmlns:a="http://schemas.openxmlformats.org/drawingml/2006/main"/>
            <a:p xmlns:a="http://schemas.openxmlformats.org/drawingml/2006/main">
              <a:pPr algn="l"/>
              <a:r>
                <a:rPr lang="" sz="1782" b="1">
                  <a:solidFill>
                    <a:srgbClr val="676C76"/>
                  </a:solidFill>
                  <a:latin typeface="Microsoft YaHei"/>
                  <a:ea typeface="Microsoft YaHei"/>
                  <a:cs typeface="Microsoft YaHei"/>
                </a:rPr>
                <a:t>5</a:t>
              </a:r>
            </a:p>
          </p:txBody>
        </p:sp>
        <p:sp>
          <p:nvSpPr>
            <p:cNvPr id="272" name="p0-ocr-062-position-2"/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854543" y="15658604"/>
              <a:ext cx="201042" cy="237681"/>
            </a:xfrm>
            <a:prstGeom xmlns:a="http://schemas.openxmlformats.org/drawingml/2006/main" prst="rect"/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fromWordArt="1" anchor="ctr">
              <a:prstTxWarp prst="textPlain">
                <a:avLst/>
              </a:prstTxWarp>
            </a:bodyPr>
            <a:lstStyle xmlns:a="http://schemas.openxmlformats.org/drawingml/2006/main"/>
            <a:p xmlns:a="http://schemas.openxmlformats.org/drawingml/2006/main">
              <a:pPr algn="l"/>
              <a:r>
                <a:rPr lang="zh-CN" sz="1782" b="1">
                  <a:solidFill>
                    <a:srgbClr val="676C76"/>
                  </a:solidFill>
                  <a:latin typeface="Microsoft YaHei"/>
                  <a:ea typeface="Microsoft YaHei"/>
                  <a:cs typeface="Microsoft YaHei"/>
                </a:rPr>
                <a:t>个</a:t>
              </a:r>
            </a:p>
          </p:txBody>
        </p:sp>
        <p:sp>
          <p:nvSpPr>
            <p:cNvPr id="273" name="p0-ocr-062-position-3"/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146647" y="15673099"/>
              <a:ext cx="779054" cy="201200"/>
            </a:xfrm>
            <a:prstGeom xmlns:a="http://schemas.openxmlformats.org/drawingml/2006/main" prst="rect"/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fromWordArt="1" anchor="ctr">
              <a:prstTxWarp prst="textPlain">
                <a:avLst/>
              </a:prstTxWarp>
            </a:bodyPr>
            <a:lstStyle xmlns:a="http://schemas.openxmlformats.org/drawingml/2006/main"/>
            <a:p xmlns:a="http://schemas.openxmlformats.org/drawingml/2006/main">
              <a:pPr algn="l"/>
              <a:r>
                <a:rPr lang="" sz="1782" b="1">
                  <a:solidFill>
                    <a:srgbClr val="676C76"/>
                  </a:solidFill>
                  <a:latin typeface="Microsoft YaHei"/>
                  <a:ea typeface="Microsoft YaHei"/>
                  <a:cs typeface="Microsoft YaHei"/>
                </a:rPr>
                <a:t>Release</a:t>
              </a:r>
            </a:p>
          </p:txBody>
        </p:sp>
        <p:sp>
          <p:nvSpPr>
            <p:cNvPr id="274" name="p0-ocr-062-position-4"/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107324" y="15647744"/>
              <a:ext cx="22339" cy="268635"/>
            </a:xfrm>
            <a:prstGeom xmlns:a="http://schemas.openxmlformats.org/drawingml/2006/main" prst="rect"/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fromWordArt="1" anchor="ctr">
              <a:prstTxWarp prst="textPlain">
                <a:avLst/>
              </a:prstTxWarp>
            </a:bodyPr>
            <a:lstStyle xmlns:a="http://schemas.openxmlformats.org/drawingml/2006/main"/>
            <a:p xmlns:a="http://schemas.openxmlformats.org/drawingml/2006/main">
              <a:pPr algn="l"/>
              <a:r>
                <a:rPr lang="" sz="1782" b="1">
                  <a:solidFill>
                    <a:srgbClr val="676C76"/>
                  </a:solidFill>
                  <a:latin typeface="Microsoft YaHei"/>
                  <a:ea typeface="Microsoft YaHei"/>
                  <a:cs typeface="Microsoft YaHei"/>
                </a:rPr>
                <a:t>|</a:t>
              </a:r>
            </a:p>
          </p:txBody>
        </p:sp>
        <p:sp>
          <p:nvSpPr>
            <p:cNvPr id="275" name="p0-ocr-062-position-5"/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321862" y="15674573"/>
              <a:ext cx="399244" cy="207425"/>
            </a:xfrm>
            <a:prstGeom xmlns:a="http://schemas.openxmlformats.org/drawingml/2006/main" prst="rect"/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fromWordArt="1" anchor="ctr">
              <a:prstTxWarp prst="textPlain">
                <a:avLst/>
              </a:prstTxWarp>
            </a:bodyPr>
            <a:lstStyle xmlns:a="http://schemas.openxmlformats.org/drawingml/2006/main"/>
            <a:p xmlns:a="http://schemas.openxmlformats.org/drawingml/2006/main">
              <a:pPr algn="l"/>
              <a:r>
                <a:rPr lang="" sz="1782" b="1">
                  <a:solidFill>
                    <a:srgbClr val="676C76"/>
                  </a:solidFill>
                  <a:latin typeface="Microsoft YaHei"/>
                  <a:ea typeface="Microsoft YaHei"/>
                  <a:cs typeface="Microsoft YaHei"/>
                </a:rPr>
                <a:t>393</a:t>
              </a:r>
            </a:p>
          </p:txBody>
        </p:sp>
        <p:sp>
          <p:nvSpPr>
            <p:cNvPr id="276" name="p0-ocr-062-position-6"/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810070" y="15653012"/>
              <a:ext cx="1131452" cy="242420"/>
            </a:xfrm>
            <a:prstGeom xmlns:a="http://schemas.openxmlformats.org/drawingml/2006/main" prst="rect"/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fromWordArt="1" anchor="ctr">
              <a:prstTxWarp prst="textPlain">
                <a:avLst/>
              </a:prstTxWarp>
            </a:bodyPr>
            <a:lstStyle xmlns:a="http://schemas.openxmlformats.org/drawingml/2006/main"/>
            <a:p xmlns:a="http://schemas.openxmlformats.org/drawingml/2006/main">
              <a:pPr algn="l"/>
              <a:r>
                <a:rPr lang="zh-CN" sz="1782" b="1">
                  <a:solidFill>
                    <a:srgbClr val="676C76"/>
                  </a:solidFill>
                  <a:latin typeface="Microsoft YaHei"/>
                  <a:ea typeface="Microsoft YaHei"/>
                  <a:cs typeface="Microsoft YaHei"/>
                </a:rPr>
                <a:t>条顶层变更</a:t>
              </a:r>
            </a:p>
          </p:txBody>
        </p:sp>
      </p:grpSp>
      <p:grpSp>
        <p:nvGrpSpPr>
          <p:cNvPr id="277" name="p0-ocr-063"/>
          <p:cNvGrpSpPr/>
          <p:nvPr/>
        </p:nvGrpSpPr>
        <p:grpSpPr>
          <a:xfrm xmlns:a="http://schemas.openxmlformats.org/drawingml/2006/main">
            <a:off x="595006" y="4692685"/>
            <a:ext cx="179624" cy="280663"/>
            <a:chOff x="595006" y="4692685"/>
            <a:chExt cx="179624" cy="280663"/>
          </a:xfrm>
        </p:grpSpPr>
        <p:sp>
          <p:nvSpPr>
            <p:cNvPr id="278" name="p0-ocr-063-position-1"/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28277" y="4724353"/>
              <a:ext cx="135834" cy="223387"/>
            </a:xfrm>
            <a:prstGeom xmlns:a="http://schemas.openxmlformats.org/drawingml/2006/main" prst="rect"/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fromWordArt="1" anchor="ctr">
              <a:prstTxWarp prst="textPlain">
                <a:avLst/>
              </a:prstTxWarp>
            </a:bodyPr>
            <a:lstStyle xmlns:a="http://schemas.openxmlformats.org/drawingml/2006/main"/>
            <a:p xmlns:a="http://schemas.openxmlformats.org/drawingml/2006/main">
              <a:pPr algn="l"/>
              <a:r>
                <a:rPr lang="" sz="1567" b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1</a:t>
              </a:r>
            </a:p>
          </p:txBody>
        </p:sp>
      </p:grpSp>
      <p:grpSp>
        <p:nvGrpSpPr>
          <p:cNvPr id="279" name="p0-ocr-064"/>
          <p:cNvGrpSpPr/>
          <p:nvPr/>
        </p:nvGrpSpPr>
        <p:grpSpPr>
          <a:xfrm xmlns:a="http://schemas.openxmlformats.org/drawingml/2006/main">
            <a:off x="595006" y="6960442"/>
            <a:ext cx="179624" cy="280663"/>
            <a:chOff x="595006" y="6960442"/>
            <a:chExt cx="179624" cy="280663"/>
          </a:xfrm>
        </p:grpSpPr>
        <p:sp>
          <p:nvSpPr>
            <p:cNvPr id="280" name="p0-ocr-064-position-1"/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18961" y="6963236"/>
              <a:ext cx="149887" cy="232192"/>
            </a:xfrm>
            <a:prstGeom xmlns:a="http://schemas.openxmlformats.org/drawingml/2006/main" prst="rect"/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fromWordArt="1" anchor="ctr">
              <a:prstTxWarp prst="textPlain">
                <a:avLst/>
              </a:prstTxWarp>
            </a:bodyPr>
            <a:lstStyle xmlns:a="http://schemas.openxmlformats.org/drawingml/2006/main"/>
            <a:p xmlns:a="http://schemas.openxmlformats.org/drawingml/2006/main">
              <a:pPr algn="l"/>
              <a:r>
                <a:rPr lang="" sz="1567" b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2</a:t>
              </a:r>
            </a:p>
          </p:txBody>
        </p:sp>
      </p:grpSp>
      <p:grpSp>
        <p:nvGrpSpPr>
          <p:cNvPr id="281" name="p0-ocr-065"/>
          <p:cNvGrpSpPr/>
          <p:nvPr/>
        </p:nvGrpSpPr>
        <p:grpSpPr>
          <a:xfrm xmlns:a="http://schemas.openxmlformats.org/drawingml/2006/main">
            <a:off x="595006" y="9396597"/>
            <a:ext cx="179624" cy="280663"/>
            <a:chOff x="595006" y="9396597"/>
            <a:chExt cx="179624" cy="280663"/>
          </a:xfrm>
        </p:grpSpPr>
        <p:sp>
          <p:nvSpPr>
            <p:cNvPr id="282" name="p0-ocr-065-position-1"/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21199" y="9407676"/>
              <a:ext cx="145318" cy="243029"/>
            </a:xfrm>
            <a:prstGeom xmlns:a="http://schemas.openxmlformats.org/drawingml/2006/main" prst="rect"/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fromWordArt="1" anchor="ctr">
              <a:prstTxWarp prst="textPlain">
                <a:avLst/>
              </a:prstTxWarp>
            </a:bodyPr>
            <a:lstStyle xmlns:a="http://schemas.openxmlformats.org/drawingml/2006/main"/>
            <a:p xmlns:a="http://schemas.openxmlformats.org/drawingml/2006/main">
              <a:pPr algn="l"/>
              <a:r>
                <a:rPr lang="" sz="1567" b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3</a:t>
              </a:r>
            </a:p>
          </p:txBody>
        </p:sp>
      </p:grpSp>
      <p:grpSp>
        <p:nvGrpSpPr>
          <p:cNvPr id="283" name="p0-ocr-066"/>
          <p:cNvGrpSpPr/>
          <p:nvPr/>
        </p:nvGrpSpPr>
        <p:grpSpPr>
          <a:xfrm xmlns:a="http://schemas.openxmlformats.org/drawingml/2006/main">
            <a:off x="617459" y="12079735"/>
            <a:ext cx="224530" cy="291890"/>
            <a:chOff x="617459" y="12079735"/>
            <a:chExt cx="224530" cy="291890"/>
          </a:xfrm>
        </p:grpSpPr>
        <p:sp>
          <p:nvSpPr>
            <p:cNvPr id="284" name="p0-ocr-066-position-1"/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75000" y="12099495"/>
              <a:ext cx="156879" cy="248500"/>
            </a:xfrm>
            <a:prstGeom xmlns:a="http://schemas.openxmlformats.org/drawingml/2006/main" prst="rect"/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fromWordArt="1" anchor="ctr">
              <a:prstTxWarp prst="textPlain">
                <a:avLst/>
              </a:prstTxWarp>
            </a:bodyPr>
            <a:lstStyle xmlns:a="http://schemas.openxmlformats.org/drawingml/2006/main"/>
            <a:p xmlns:a="http://schemas.openxmlformats.org/drawingml/2006/main">
              <a:pPr algn="l"/>
              <a:r>
                <a:rPr lang="" sz="1659" b="1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1</a:t>
              </a:r>
            </a:p>
          </p:txBody>
        </p:sp>
      </p:grpSp>
      <p:grpSp>
        <p:nvGrpSpPr>
          <p:cNvPr id="285" name="p0-ocr-067"/>
          <p:cNvGrpSpPr/>
          <p:nvPr/>
        </p:nvGrpSpPr>
        <p:grpSpPr>
          <a:xfrm xmlns:a="http://schemas.openxmlformats.org/drawingml/2006/main">
            <a:off x="4659006" y="12079735"/>
            <a:ext cx="190851" cy="291890"/>
            <a:chOff x="4659006" y="12079735"/>
            <a:chExt cx="190851" cy="291890"/>
          </a:xfrm>
        </p:grpSpPr>
        <p:sp>
          <p:nvSpPr>
            <p:cNvPr id="286" name="p0-ocr-067-position-1"/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672149" y="12093923"/>
              <a:ext cx="166266" cy="254162"/>
            </a:xfrm>
            <a:prstGeom xmlns:a="http://schemas.openxmlformats.org/drawingml/2006/main" prst="rect"/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fromWordArt="1" anchor="ctr">
              <a:prstTxWarp prst="textPlain">
                <a:avLst/>
              </a:prstTxWarp>
            </a:bodyPr>
            <a:lstStyle xmlns:a="http://schemas.openxmlformats.org/drawingml/2006/main"/>
            <a:p xmlns:a="http://schemas.openxmlformats.org/drawingml/2006/main">
              <a:pPr algn="l"/>
              <a:r>
                <a:rPr lang="" sz="1659" b="1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2</a:t>
              </a:r>
            </a:p>
          </p:txBody>
        </p:sp>
      </p:grpSp>
      <p:grpSp>
        <p:nvGrpSpPr>
          <p:cNvPr id="287" name="p0-ocr-068"/>
          <p:cNvGrpSpPr/>
          <p:nvPr/>
        </p:nvGrpSpPr>
        <p:grpSpPr>
          <a:xfrm xmlns:a="http://schemas.openxmlformats.org/drawingml/2006/main">
            <a:off x="8487249" y="12079735"/>
            <a:ext cx="202077" cy="291890"/>
            <a:chOff x="8487249" y="12079735"/>
            <a:chExt cx="202077" cy="291890"/>
          </a:xfrm>
        </p:grpSpPr>
        <p:sp>
          <p:nvSpPr>
            <p:cNvPr id="288" name="p0-ocr-068-position-1"/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496734" y="12094120"/>
              <a:ext cx="166285" cy="254467"/>
            </a:xfrm>
            <a:prstGeom xmlns:a="http://schemas.openxmlformats.org/drawingml/2006/main" prst="rect"/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fromWordArt="1" anchor="ctr">
              <a:prstTxWarp prst="textPlain">
                <a:avLst/>
              </a:prstTxWarp>
            </a:bodyPr>
            <a:lstStyle xmlns:a="http://schemas.openxmlformats.org/drawingml/2006/main"/>
            <a:p xmlns:a="http://schemas.openxmlformats.org/drawingml/2006/main">
              <a:pPr algn="l"/>
              <a:r>
                <a:rPr lang="" sz="1659" b="1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3</a:t>
              </a:r>
            </a:p>
          </p:txBody>
        </p:sp>
      </p:grpSp>
    </p:spTree>
  </p:cSld>
  <p:clrMapOvr>
    <a:masterClrMapping xmlns:a="http://schemas.openxmlformats.org/drawingml/2006/main"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/>
            </a:gs>
            <a:gs pos="100000">
              <a:schemeClr val="phClr"/>
            </a:gs>
          </a:gsLst>
          <a:lin ang="5400000" scaled="0"/>
        </a:gradFill>
        <a:gradFill rotWithShape="1">
          <a:gsLst>
            <a:gs pos="0">
              <a:schemeClr val="phClr"/>
            </a:gs>
            <a:gs pos="100000">
              <a:schemeClr val="phClr"/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/>
            </a:gs>
            <a:gs pos="100000">
              <a:schemeClr val="phClr"/>
            </a:gs>
          </a:gsLst>
          <a:lin ang="5400000" scaled="0"/>
        </a:gradFill>
        <a:gradFill rotWithShape="1">
          <a:gsLst>
            <a:gs pos="0">
              <a:schemeClr val="phClr"/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</a:theme>
</file>